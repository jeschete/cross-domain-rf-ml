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B4D8AF-07E1-437E-B556-442D4F985AD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201BCF49-9308-40C5-88E5-37D8191A2AE0}">
      <dgm:prSet/>
      <dgm:spPr/>
      <dgm:t>
        <a:bodyPr/>
        <a:lstStyle/>
        <a:p>
          <a:r>
            <a:rPr lang="en-US" b="0" i="0"/>
            <a:t>EE programs often teach FPGA, RF, embedded firmware, and ML separately, but industry failures happen at the interfaces.</a:t>
          </a:r>
          <a:endParaRPr lang="en-US"/>
        </a:p>
      </dgm:t>
    </dgm:pt>
    <dgm:pt modelId="{009BFACB-4655-4A50-B1A7-5E2FCF398828}" type="parTrans" cxnId="{E6337E71-55BD-4A54-B5D8-0C8297BDC4B3}">
      <dgm:prSet/>
      <dgm:spPr/>
      <dgm:t>
        <a:bodyPr/>
        <a:lstStyle/>
        <a:p>
          <a:endParaRPr lang="en-US"/>
        </a:p>
      </dgm:t>
    </dgm:pt>
    <dgm:pt modelId="{AC986CFB-5258-4B25-893E-52DAF568FA10}" type="sibTrans" cxnId="{E6337E71-55BD-4A54-B5D8-0C8297BDC4B3}">
      <dgm:prSet/>
      <dgm:spPr/>
      <dgm:t>
        <a:bodyPr/>
        <a:lstStyle/>
        <a:p>
          <a:endParaRPr lang="en-US"/>
        </a:p>
      </dgm:t>
    </dgm:pt>
    <dgm:pt modelId="{9D045E58-0881-4793-B98A-C064A0D442AF}">
      <dgm:prSet/>
      <dgm:spPr/>
      <dgm:t>
        <a:bodyPr/>
        <a:lstStyle/>
        <a:p>
          <a:r>
            <a:rPr lang="en-US" b="0" i="0"/>
            <a:t>Built a low-cost integrated platform: 3x STM32 + RFM95W LoRa nodes, Nexys A7 FPGA ingestion pipeline, host-side ML.</a:t>
          </a:r>
          <a:endParaRPr lang="en-US"/>
        </a:p>
      </dgm:t>
    </dgm:pt>
    <dgm:pt modelId="{EF578601-6C13-404F-8994-DA32913DBFE8}" type="parTrans" cxnId="{D67A08EF-A8E8-4D7C-8681-875E65776464}">
      <dgm:prSet/>
      <dgm:spPr/>
      <dgm:t>
        <a:bodyPr/>
        <a:lstStyle/>
        <a:p>
          <a:endParaRPr lang="en-US"/>
        </a:p>
      </dgm:t>
    </dgm:pt>
    <dgm:pt modelId="{C767BF0A-7F35-4C15-B701-4488DC2B5628}" type="sibTrans" cxnId="{D67A08EF-A8E8-4D7C-8681-875E65776464}">
      <dgm:prSet/>
      <dgm:spPr/>
      <dgm:t>
        <a:bodyPr/>
        <a:lstStyle/>
        <a:p>
          <a:endParaRPr lang="en-US"/>
        </a:p>
      </dgm:t>
    </dgm:pt>
    <dgm:pt modelId="{282ACE74-34E8-4C1A-B830-7F7EE18010F7}">
      <dgm:prSet/>
      <dgm:spPr/>
      <dgm:t>
        <a:bodyPr/>
        <a:lstStyle/>
        <a:p>
          <a:r>
            <a:rPr lang="en-US" b="0" i="0"/>
            <a:t>Curriculum is five modules (M1 to M5) with eight handouts each; Modules 1 to 4 were executed end-to-end on hardware.</a:t>
          </a:r>
          <a:endParaRPr lang="en-US"/>
        </a:p>
      </dgm:t>
    </dgm:pt>
    <dgm:pt modelId="{0146FA89-E482-49BC-A8CC-94F531B01904}" type="parTrans" cxnId="{70CD2774-B60F-4E05-BB92-B86C588A34DB}">
      <dgm:prSet/>
      <dgm:spPr/>
      <dgm:t>
        <a:bodyPr/>
        <a:lstStyle/>
        <a:p>
          <a:endParaRPr lang="en-US"/>
        </a:p>
      </dgm:t>
    </dgm:pt>
    <dgm:pt modelId="{8DB84EDD-2808-4B93-8D34-C549BD4AE7CF}" type="sibTrans" cxnId="{70CD2774-B60F-4E05-BB92-B86C588A34DB}">
      <dgm:prSet/>
      <dgm:spPr/>
      <dgm:t>
        <a:bodyPr/>
        <a:lstStyle/>
        <a:p>
          <a:endParaRPr lang="en-US"/>
        </a:p>
      </dgm:t>
    </dgm:pt>
    <dgm:pt modelId="{C6FB39EC-64DD-4774-B515-CAF5639E1169}">
      <dgm:prSet/>
      <dgm:spPr/>
      <dgm:t>
        <a:bodyPr/>
        <a:lstStyle/>
        <a:p>
          <a:r>
            <a:rPr lang="en-US" b="0" i="0"/>
            <a:t>Interceptor node adds button-gated PAUSE protocol for closed-loop intercept-and-act behavior on the same legal ISM channel.</a:t>
          </a:r>
          <a:endParaRPr lang="en-US"/>
        </a:p>
      </dgm:t>
    </dgm:pt>
    <dgm:pt modelId="{0A2EED7E-24E1-4491-958D-77C05A85DC1E}" type="parTrans" cxnId="{BAD1F6B5-B488-48C6-A893-85E67BFE5558}">
      <dgm:prSet/>
      <dgm:spPr/>
      <dgm:t>
        <a:bodyPr/>
        <a:lstStyle/>
        <a:p>
          <a:endParaRPr lang="en-US"/>
        </a:p>
      </dgm:t>
    </dgm:pt>
    <dgm:pt modelId="{4362F6B0-7FDC-4D52-80BA-CBCEA98D4CA5}" type="sibTrans" cxnId="{BAD1F6B5-B488-48C6-A893-85E67BFE5558}">
      <dgm:prSet/>
      <dgm:spPr/>
      <dgm:t>
        <a:bodyPr/>
        <a:lstStyle/>
        <a:p>
          <a:endParaRPr lang="en-US"/>
        </a:p>
      </dgm:t>
    </dgm:pt>
    <dgm:pt modelId="{7BE7AD71-BDFA-4DA6-AE30-F34419C1E31C}" type="pres">
      <dgm:prSet presAssocID="{E1B4D8AF-07E1-437E-B556-442D4F985ADF}" presName="root" presStyleCnt="0">
        <dgm:presLayoutVars>
          <dgm:dir/>
          <dgm:resizeHandles val="exact"/>
        </dgm:presLayoutVars>
      </dgm:prSet>
      <dgm:spPr/>
    </dgm:pt>
    <dgm:pt modelId="{F705630F-066F-4785-AA22-5F1805B47C9F}" type="pres">
      <dgm:prSet presAssocID="{E1B4D8AF-07E1-437E-B556-442D4F985ADF}" presName="container" presStyleCnt="0">
        <dgm:presLayoutVars>
          <dgm:dir/>
          <dgm:resizeHandles val="exact"/>
        </dgm:presLayoutVars>
      </dgm:prSet>
      <dgm:spPr/>
    </dgm:pt>
    <dgm:pt modelId="{B14C3B25-CFB9-4C0C-AAB0-29FBB9FB16DF}" type="pres">
      <dgm:prSet presAssocID="{201BCF49-9308-40C5-88E5-37D8191A2AE0}" presName="compNode" presStyleCnt="0"/>
      <dgm:spPr/>
    </dgm:pt>
    <dgm:pt modelId="{4A7BD340-CB3A-44B2-B81A-582950CB279C}" type="pres">
      <dgm:prSet presAssocID="{201BCF49-9308-40C5-88E5-37D8191A2AE0}" presName="iconBgRect" presStyleLbl="bgShp" presStyleIdx="0" presStyleCnt="4"/>
      <dgm:spPr/>
    </dgm:pt>
    <dgm:pt modelId="{0153B608-B748-42EB-9313-759D9ED5E05A}" type="pres">
      <dgm:prSet presAssocID="{201BCF49-9308-40C5-88E5-37D8191A2AE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DF3137C-13EC-446B-BB4B-724AD0486E45}" type="pres">
      <dgm:prSet presAssocID="{201BCF49-9308-40C5-88E5-37D8191A2AE0}" presName="spaceRect" presStyleCnt="0"/>
      <dgm:spPr/>
    </dgm:pt>
    <dgm:pt modelId="{65DBD3CA-0E10-4877-B001-C6C2C4EF6D2F}" type="pres">
      <dgm:prSet presAssocID="{201BCF49-9308-40C5-88E5-37D8191A2AE0}" presName="textRect" presStyleLbl="revTx" presStyleIdx="0" presStyleCnt="4">
        <dgm:presLayoutVars>
          <dgm:chMax val="1"/>
          <dgm:chPref val="1"/>
        </dgm:presLayoutVars>
      </dgm:prSet>
      <dgm:spPr/>
    </dgm:pt>
    <dgm:pt modelId="{17FB8E6E-0CE9-40F2-9F84-8C6F8F2A7EF5}" type="pres">
      <dgm:prSet presAssocID="{AC986CFB-5258-4B25-893E-52DAF568FA10}" presName="sibTrans" presStyleLbl="sibTrans2D1" presStyleIdx="0" presStyleCnt="0"/>
      <dgm:spPr/>
    </dgm:pt>
    <dgm:pt modelId="{D3E97B50-4821-4CCF-BA92-866AB761B857}" type="pres">
      <dgm:prSet presAssocID="{9D045E58-0881-4793-B98A-C064A0D442AF}" presName="compNode" presStyleCnt="0"/>
      <dgm:spPr/>
    </dgm:pt>
    <dgm:pt modelId="{7456B7B2-FD81-4D91-AB56-7A183DBAB4D8}" type="pres">
      <dgm:prSet presAssocID="{9D045E58-0881-4793-B98A-C064A0D442AF}" presName="iconBgRect" presStyleLbl="bgShp" presStyleIdx="1" presStyleCnt="4"/>
      <dgm:spPr/>
    </dgm:pt>
    <dgm:pt modelId="{2ED2C69A-BE4C-49D4-8812-F926E9E67C8B}" type="pres">
      <dgm:prSet presAssocID="{9D045E58-0881-4793-B98A-C064A0D442A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7D7350E-E5CC-4A48-9035-AA0952EBA438}" type="pres">
      <dgm:prSet presAssocID="{9D045E58-0881-4793-B98A-C064A0D442AF}" presName="spaceRect" presStyleCnt="0"/>
      <dgm:spPr/>
    </dgm:pt>
    <dgm:pt modelId="{C52D1A13-A9CE-4065-BB11-E8591F565C04}" type="pres">
      <dgm:prSet presAssocID="{9D045E58-0881-4793-B98A-C064A0D442AF}" presName="textRect" presStyleLbl="revTx" presStyleIdx="1" presStyleCnt="4">
        <dgm:presLayoutVars>
          <dgm:chMax val="1"/>
          <dgm:chPref val="1"/>
        </dgm:presLayoutVars>
      </dgm:prSet>
      <dgm:spPr/>
    </dgm:pt>
    <dgm:pt modelId="{0DC1F6BC-00BA-4269-A8F4-BE7658D33218}" type="pres">
      <dgm:prSet presAssocID="{C767BF0A-7F35-4C15-B701-4488DC2B5628}" presName="sibTrans" presStyleLbl="sibTrans2D1" presStyleIdx="0" presStyleCnt="0"/>
      <dgm:spPr/>
    </dgm:pt>
    <dgm:pt modelId="{D1F975D1-16EC-48F9-B2D9-7E7EDA821E36}" type="pres">
      <dgm:prSet presAssocID="{282ACE74-34E8-4C1A-B830-7F7EE18010F7}" presName="compNode" presStyleCnt="0"/>
      <dgm:spPr/>
    </dgm:pt>
    <dgm:pt modelId="{501F7EFA-89B4-4FB0-9C40-E32218537BA9}" type="pres">
      <dgm:prSet presAssocID="{282ACE74-34E8-4C1A-B830-7F7EE18010F7}" presName="iconBgRect" presStyleLbl="bgShp" presStyleIdx="2" presStyleCnt="4"/>
      <dgm:spPr/>
    </dgm:pt>
    <dgm:pt modelId="{6807D679-A23C-4470-8D42-4758FFB29AD3}" type="pres">
      <dgm:prSet presAssocID="{282ACE74-34E8-4C1A-B830-7F7EE18010F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BFB63E5-59E1-4ED3-B8B8-B18CC1E09E62}" type="pres">
      <dgm:prSet presAssocID="{282ACE74-34E8-4C1A-B830-7F7EE18010F7}" presName="spaceRect" presStyleCnt="0"/>
      <dgm:spPr/>
    </dgm:pt>
    <dgm:pt modelId="{36D470B9-45F2-4D1B-B87C-48853BA9640A}" type="pres">
      <dgm:prSet presAssocID="{282ACE74-34E8-4C1A-B830-7F7EE18010F7}" presName="textRect" presStyleLbl="revTx" presStyleIdx="2" presStyleCnt="4">
        <dgm:presLayoutVars>
          <dgm:chMax val="1"/>
          <dgm:chPref val="1"/>
        </dgm:presLayoutVars>
      </dgm:prSet>
      <dgm:spPr/>
    </dgm:pt>
    <dgm:pt modelId="{23DB12BA-EFCE-4AD3-BDD8-D8F5729314CF}" type="pres">
      <dgm:prSet presAssocID="{8DB84EDD-2808-4B93-8D34-C549BD4AE7CF}" presName="sibTrans" presStyleLbl="sibTrans2D1" presStyleIdx="0" presStyleCnt="0"/>
      <dgm:spPr/>
    </dgm:pt>
    <dgm:pt modelId="{4EC19D04-32AB-4F8D-A997-808CE29C23D3}" type="pres">
      <dgm:prSet presAssocID="{C6FB39EC-64DD-4774-B515-CAF5639E1169}" presName="compNode" presStyleCnt="0"/>
      <dgm:spPr/>
    </dgm:pt>
    <dgm:pt modelId="{FCC7A79C-D78F-41E7-95F2-209DEFDCB22C}" type="pres">
      <dgm:prSet presAssocID="{C6FB39EC-64DD-4774-B515-CAF5639E1169}" presName="iconBgRect" presStyleLbl="bgShp" presStyleIdx="3" presStyleCnt="4"/>
      <dgm:spPr/>
    </dgm:pt>
    <dgm:pt modelId="{DABB094A-802D-4678-976D-1A9C3B8CBCC5}" type="pres">
      <dgm:prSet presAssocID="{C6FB39EC-64DD-4774-B515-CAF5639E116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67F1BABD-B097-4B2A-ACC5-E2B763D13FCE}" type="pres">
      <dgm:prSet presAssocID="{C6FB39EC-64DD-4774-B515-CAF5639E1169}" presName="spaceRect" presStyleCnt="0"/>
      <dgm:spPr/>
    </dgm:pt>
    <dgm:pt modelId="{6123F419-E35A-41A5-B54C-1D811B7CD0BA}" type="pres">
      <dgm:prSet presAssocID="{C6FB39EC-64DD-4774-B515-CAF5639E116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60AA11-B4F8-4074-9F91-1CA0AA0678F6}" type="presOf" srcId="{8DB84EDD-2808-4B93-8D34-C549BD4AE7CF}" destId="{23DB12BA-EFCE-4AD3-BDD8-D8F5729314CF}" srcOrd="0" destOrd="0" presId="urn:microsoft.com/office/officeart/2018/2/layout/IconCircleList"/>
    <dgm:cxn modelId="{3880082F-9E43-4877-855F-A47DBE68357A}" type="presOf" srcId="{282ACE74-34E8-4C1A-B830-7F7EE18010F7}" destId="{36D470B9-45F2-4D1B-B87C-48853BA9640A}" srcOrd="0" destOrd="0" presId="urn:microsoft.com/office/officeart/2018/2/layout/IconCircleList"/>
    <dgm:cxn modelId="{68E57330-6CF1-49B0-B3B5-E926745DF9E0}" type="presOf" srcId="{201BCF49-9308-40C5-88E5-37D8191A2AE0}" destId="{65DBD3CA-0E10-4877-B001-C6C2C4EF6D2F}" srcOrd="0" destOrd="0" presId="urn:microsoft.com/office/officeart/2018/2/layout/IconCircleList"/>
    <dgm:cxn modelId="{E6337E71-55BD-4A54-B5D8-0C8297BDC4B3}" srcId="{E1B4D8AF-07E1-437E-B556-442D4F985ADF}" destId="{201BCF49-9308-40C5-88E5-37D8191A2AE0}" srcOrd="0" destOrd="0" parTransId="{009BFACB-4655-4A50-B1A7-5E2FCF398828}" sibTransId="{AC986CFB-5258-4B25-893E-52DAF568FA10}"/>
    <dgm:cxn modelId="{70CD2774-B60F-4E05-BB92-B86C588A34DB}" srcId="{E1B4D8AF-07E1-437E-B556-442D4F985ADF}" destId="{282ACE74-34E8-4C1A-B830-7F7EE18010F7}" srcOrd="2" destOrd="0" parTransId="{0146FA89-E482-49BC-A8CC-94F531B01904}" sibTransId="{8DB84EDD-2808-4B93-8D34-C549BD4AE7CF}"/>
    <dgm:cxn modelId="{D85752AD-57F8-416D-8323-314E3B362DF9}" type="presOf" srcId="{C767BF0A-7F35-4C15-B701-4488DC2B5628}" destId="{0DC1F6BC-00BA-4269-A8F4-BE7658D33218}" srcOrd="0" destOrd="0" presId="urn:microsoft.com/office/officeart/2018/2/layout/IconCircleList"/>
    <dgm:cxn modelId="{0DF7E1B2-C323-4C62-BF11-BB4BC7A60231}" type="presOf" srcId="{AC986CFB-5258-4B25-893E-52DAF568FA10}" destId="{17FB8E6E-0CE9-40F2-9F84-8C6F8F2A7EF5}" srcOrd="0" destOrd="0" presId="urn:microsoft.com/office/officeart/2018/2/layout/IconCircleList"/>
    <dgm:cxn modelId="{BAD1F6B5-B488-48C6-A893-85E67BFE5558}" srcId="{E1B4D8AF-07E1-437E-B556-442D4F985ADF}" destId="{C6FB39EC-64DD-4774-B515-CAF5639E1169}" srcOrd="3" destOrd="0" parTransId="{0A2EED7E-24E1-4491-958D-77C05A85DC1E}" sibTransId="{4362F6B0-7FDC-4D52-80BA-CBCEA98D4CA5}"/>
    <dgm:cxn modelId="{71C141BD-70EA-4F04-83F5-C9EBCBF0A993}" type="presOf" srcId="{E1B4D8AF-07E1-437E-B556-442D4F985ADF}" destId="{7BE7AD71-BDFA-4DA6-AE30-F34419C1E31C}" srcOrd="0" destOrd="0" presId="urn:microsoft.com/office/officeart/2018/2/layout/IconCircleList"/>
    <dgm:cxn modelId="{D67A08EF-A8E8-4D7C-8681-875E65776464}" srcId="{E1B4D8AF-07E1-437E-B556-442D4F985ADF}" destId="{9D045E58-0881-4793-B98A-C064A0D442AF}" srcOrd="1" destOrd="0" parTransId="{EF578601-6C13-404F-8994-DA32913DBFE8}" sibTransId="{C767BF0A-7F35-4C15-B701-4488DC2B5628}"/>
    <dgm:cxn modelId="{E4FE6BF5-D046-4416-A7D9-4560EFBF50D1}" type="presOf" srcId="{C6FB39EC-64DD-4774-B515-CAF5639E1169}" destId="{6123F419-E35A-41A5-B54C-1D811B7CD0BA}" srcOrd="0" destOrd="0" presId="urn:microsoft.com/office/officeart/2018/2/layout/IconCircleList"/>
    <dgm:cxn modelId="{5B7090F8-727E-4A0F-89A4-84D28F849A4C}" type="presOf" srcId="{9D045E58-0881-4793-B98A-C064A0D442AF}" destId="{C52D1A13-A9CE-4065-BB11-E8591F565C04}" srcOrd="0" destOrd="0" presId="urn:microsoft.com/office/officeart/2018/2/layout/IconCircleList"/>
    <dgm:cxn modelId="{E6161601-C08E-4870-AE6D-B34FB4B0A6C3}" type="presParOf" srcId="{7BE7AD71-BDFA-4DA6-AE30-F34419C1E31C}" destId="{F705630F-066F-4785-AA22-5F1805B47C9F}" srcOrd="0" destOrd="0" presId="urn:microsoft.com/office/officeart/2018/2/layout/IconCircleList"/>
    <dgm:cxn modelId="{ECA1D531-2555-417D-A3C5-D309860DC8B5}" type="presParOf" srcId="{F705630F-066F-4785-AA22-5F1805B47C9F}" destId="{B14C3B25-CFB9-4C0C-AAB0-29FBB9FB16DF}" srcOrd="0" destOrd="0" presId="urn:microsoft.com/office/officeart/2018/2/layout/IconCircleList"/>
    <dgm:cxn modelId="{5789F94C-33AD-41B9-B08E-8C3AF4AFEEB7}" type="presParOf" srcId="{B14C3B25-CFB9-4C0C-AAB0-29FBB9FB16DF}" destId="{4A7BD340-CB3A-44B2-B81A-582950CB279C}" srcOrd="0" destOrd="0" presId="urn:microsoft.com/office/officeart/2018/2/layout/IconCircleList"/>
    <dgm:cxn modelId="{FD50DAF9-3C5D-4B60-BEB4-14CAFD16D6D2}" type="presParOf" srcId="{B14C3B25-CFB9-4C0C-AAB0-29FBB9FB16DF}" destId="{0153B608-B748-42EB-9313-759D9ED5E05A}" srcOrd="1" destOrd="0" presId="urn:microsoft.com/office/officeart/2018/2/layout/IconCircleList"/>
    <dgm:cxn modelId="{0DA01718-7D4A-42F2-BC5D-5EF76623EC86}" type="presParOf" srcId="{B14C3B25-CFB9-4C0C-AAB0-29FBB9FB16DF}" destId="{EDF3137C-13EC-446B-BB4B-724AD0486E45}" srcOrd="2" destOrd="0" presId="urn:microsoft.com/office/officeart/2018/2/layout/IconCircleList"/>
    <dgm:cxn modelId="{0927217B-EE91-415D-B740-F52A95A81F41}" type="presParOf" srcId="{B14C3B25-CFB9-4C0C-AAB0-29FBB9FB16DF}" destId="{65DBD3CA-0E10-4877-B001-C6C2C4EF6D2F}" srcOrd="3" destOrd="0" presId="urn:microsoft.com/office/officeart/2018/2/layout/IconCircleList"/>
    <dgm:cxn modelId="{D9F7B03C-7321-4867-9DDF-574F57678003}" type="presParOf" srcId="{F705630F-066F-4785-AA22-5F1805B47C9F}" destId="{17FB8E6E-0CE9-40F2-9F84-8C6F8F2A7EF5}" srcOrd="1" destOrd="0" presId="urn:microsoft.com/office/officeart/2018/2/layout/IconCircleList"/>
    <dgm:cxn modelId="{CE6941B5-074C-42E2-A854-CAA3AFB0C6A1}" type="presParOf" srcId="{F705630F-066F-4785-AA22-5F1805B47C9F}" destId="{D3E97B50-4821-4CCF-BA92-866AB761B857}" srcOrd="2" destOrd="0" presId="urn:microsoft.com/office/officeart/2018/2/layout/IconCircleList"/>
    <dgm:cxn modelId="{C5F246F3-BD5D-42A2-8DF8-11EDB0A3C3CC}" type="presParOf" srcId="{D3E97B50-4821-4CCF-BA92-866AB761B857}" destId="{7456B7B2-FD81-4D91-AB56-7A183DBAB4D8}" srcOrd="0" destOrd="0" presId="urn:microsoft.com/office/officeart/2018/2/layout/IconCircleList"/>
    <dgm:cxn modelId="{F8C09EF9-1751-48D9-9385-FFD8A9D6AD0D}" type="presParOf" srcId="{D3E97B50-4821-4CCF-BA92-866AB761B857}" destId="{2ED2C69A-BE4C-49D4-8812-F926E9E67C8B}" srcOrd="1" destOrd="0" presId="urn:microsoft.com/office/officeart/2018/2/layout/IconCircleList"/>
    <dgm:cxn modelId="{5550C915-762A-45A2-92CF-A71CB70F2055}" type="presParOf" srcId="{D3E97B50-4821-4CCF-BA92-866AB761B857}" destId="{47D7350E-E5CC-4A48-9035-AA0952EBA438}" srcOrd="2" destOrd="0" presId="urn:microsoft.com/office/officeart/2018/2/layout/IconCircleList"/>
    <dgm:cxn modelId="{94B22B26-BD9F-4D89-B16E-D43992343957}" type="presParOf" srcId="{D3E97B50-4821-4CCF-BA92-866AB761B857}" destId="{C52D1A13-A9CE-4065-BB11-E8591F565C04}" srcOrd="3" destOrd="0" presId="urn:microsoft.com/office/officeart/2018/2/layout/IconCircleList"/>
    <dgm:cxn modelId="{D75B6ACC-67F2-4721-975B-9563C1DEF74E}" type="presParOf" srcId="{F705630F-066F-4785-AA22-5F1805B47C9F}" destId="{0DC1F6BC-00BA-4269-A8F4-BE7658D33218}" srcOrd="3" destOrd="0" presId="urn:microsoft.com/office/officeart/2018/2/layout/IconCircleList"/>
    <dgm:cxn modelId="{352EC72E-EE90-464B-B6CC-7EFDA3CBC149}" type="presParOf" srcId="{F705630F-066F-4785-AA22-5F1805B47C9F}" destId="{D1F975D1-16EC-48F9-B2D9-7E7EDA821E36}" srcOrd="4" destOrd="0" presId="urn:microsoft.com/office/officeart/2018/2/layout/IconCircleList"/>
    <dgm:cxn modelId="{3B797304-5B8E-4DFB-8067-41B284B1A08B}" type="presParOf" srcId="{D1F975D1-16EC-48F9-B2D9-7E7EDA821E36}" destId="{501F7EFA-89B4-4FB0-9C40-E32218537BA9}" srcOrd="0" destOrd="0" presId="urn:microsoft.com/office/officeart/2018/2/layout/IconCircleList"/>
    <dgm:cxn modelId="{D32BCA3B-814B-4E89-AB71-7EF8D95DFD02}" type="presParOf" srcId="{D1F975D1-16EC-48F9-B2D9-7E7EDA821E36}" destId="{6807D679-A23C-4470-8D42-4758FFB29AD3}" srcOrd="1" destOrd="0" presId="urn:microsoft.com/office/officeart/2018/2/layout/IconCircleList"/>
    <dgm:cxn modelId="{DBD4F93A-2332-4E0C-96E1-8CF4829A37DE}" type="presParOf" srcId="{D1F975D1-16EC-48F9-B2D9-7E7EDA821E36}" destId="{8BFB63E5-59E1-4ED3-B8B8-B18CC1E09E62}" srcOrd="2" destOrd="0" presId="urn:microsoft.com/office/officeart/2018/2/layout/IconCircleList"/>
    <dgm:cxn modelId="{7C07E285-73C0-4D25-91EC-F5FC9A7AEC44}" type="presParOf" srcId="{D1F975D1-16EC-48F9-B2D9-7E7EDA821E36}" destId="{36D470B9-45F2-4D1B-B87C-48853BA9640A}" srcOrd="3" destOrd="0" presId="urn:microsoft.com/office/officeart/2018/2/layout/IconCircleList"/>
    <dgm:cxn modelId="{30D94A58-32F8-4B2B-8282-6407E11B421F}" type="presParOf" srcId="{F705630F-066F-4785-AA22-5F1805B47C9F}" destId="{23DB12BA-EFCE-4AD3-BDD8-D8F5729314CF}" srcOrd="5" destOrd="0" presId="urn:microsoft.com/office/officeart/2018/2/layout/IconCircleList"/>
    <dgm:cxn modelId="{70C0302B-568B-4AF8-81D2-AB72E83890E1}" type="presParOf" srcId="{F705630F-066F-4785-AA22-5F1805B47C9F}" destId="{4EC19D04-32AB-4F8D-A997-808CE29C23D3}" srcOrd="6" destOrd="0" presId="urn:microsoft.com/office/officeart/2018/2/layout/IconCircleList"/>
    <dgm:cxn modelId="{C23CFD3C-7E00-45A0-B7EE-346D6C35EA98}" type="presParOf" srcId="{4EC19D04-32AB-4F8D-A997-808CE29C23D3}" destId="{FCC7A79C-D78F-41E7-95F2-209DEFDCB22C}" srcOrd="0" destOrd="0" presId="urn:microsoft.com/office/officeart/2018/2/layout/IconCircleList"/>
    <dgm:cxn modelId="{48D97FF5-BF2D-4940-B575-0846A9B728F5}" type="presParOf" srcId="{4EC19D04-32AB-4F8D-A997-808CE29C23D3}" destId="{DABB094A-802D-4678-976D-1A9C3B8CBCC5}" srcOrd="1" destOrd="0" presId="urn:microsoft.com/office/officeart/2018/2/layout/IconCircleList"/>
    <dgm:cxn modelId="{79A38F12-6462-469F-94FE-13D277D44BC3}" type="presParOf" srcId="{4EC19D04-32AB-4F8D-A997-808CE29C23D3}" destId="{67F1BABD-B097-4B2A-ACC5-E2B763D13FCE}" srcOrd="2" destOrd="0" presId="urn:microsoft.com/office/officeart/2018/2/layout/IconCircleList"/>
    <dgm:cxn modelId="{DE2CFE5A-7B50-4594-9938-399EC4F3F9E4}" type="presParOf" srcId="{4EC19D04-32AB-4F8D-A997-808CE29C23D3}" destId="{6123F419-E35A-41A5-B54C-1D811B7CD0B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1C21B4-A989-4D0C-B0E7-BFA96237EC0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30EBCD-389F-46E7-948E-4B4F9EA61B00}">
      <dgm:prSet/>
      <dgm:spPr/>
      <dgm:t>
        <a:bodyPr/>
        <a:lstStyle/>
        <a:p>
          <a:r>
            <a:rPr lang="en-US" b="0" i="0"/>
            <a:t>FPGA pipeline closed timing at 100 MHz; 105,975/105,975 setup+hold endpoints met, 0 CDC violations.</a:t>
          </a:r>
          <a:endParaRPr lang="en-US"/>
        </a:p>
      </dgm:t>
    </dgm:pt>
    <dgm:pt modelId="{2BF51E69-E5F4-4077-BAC4-C6022C19678B}" type="parTrans" cxnId="{08081EEC-D29B-4FA1-8ACD-089C6CEA42C0}">
      <dgm:prSet/>
      <dgm:spPr/>
      <dgm:t>
        <a:bodyPr/>
        <a:lstStyle/>
        <a:p>
          <a:endParaRPr lang="en-US"/>
        </a:p>
      </dgm:t>
    </dgm:pt>
    <dgm:pt modelId="{C1AB4B5A-5C55-406B-8071-DDA09486DDEE}" type="sibTrans" cxnId="{08081EEC-D29B-4FA1-8ACD-089C6CEA42C0}">
      <dgm:prSet/>
      <dgm:spPr/>
      <dgm:t>
        <a:bodyPr/>
        <a:lstStyle/>
        <a:p>
          <a:endParaRPr lang="en-US"/>
        </a:p>
      </dgm:t>
    </dgm:pt>
    <dgm:pt modelId="{806C22DF-0FCD-45AE-A5BF-327E63A7EAFD}">
      <dgm:prSet/>
      <dgm:spPr/>
      <dgm:t>
        <a:bodyPr/>
        <a:lstStyle/>
        <a:p>
          <a:r>
            <a:rPr lang="en-US" b="0" i="0" dirty="0"/>
            <a:t>Verification: 10/10 testbenches PASS, including byte-for-byte agreement vs Python reference on clean, mixed, and corrupted captures.</a:t>
          </a:r>
          <a:endParaRPr lang="en-US" dirty="0"/>
        </a:p>
      </dgm:t>
    </dgm:pt>
    <dgm:pt modelId="{FDC17263-9C6A-42D1-9994-38A128E5E010}" type="parTrans" cxnId="{FBBEF806-2F46-4D7A-917F-33D21DCD8F60}">
      <dgm:prSet/>
      <dgm:spPr/>
      <dgm:t>
        <a:bodyPr/>
        <a:lstStyle/>
        <a:p>
          <a:endParaRPr lang="en-US"/>
        </a:p>
      </dgm:t>
    </dgm:pt>
    <dgm:pt modelId="{D92B5F9A-38D2-455E-A5EF-5AB487889EA7}" type="sibTrans" cxnId="{FBBEF806-2F46-4D7A-917F-33D21DCD8F60}">
      <dgm:prSet/>
      <dgm:spPr/>
      <dgm:t>
        <a:bodyPr/>
        <a:lstStyle/>
        <a:p>
          <a:endParaRPr lang="en-US"/>
        </a:p>
      </dgm:t>
    </dgm:pt>
    <dgm:pt modelId="{50D6E70D-7235-4720-9D45-36D335389E19}">
      <dgm:prSet/>
      <dgm:spPr/>
      <dgm:t>
        <a:bodyPr/>
        <a:lstStyle/>
        <a:p>
          <a:r>
            <a:rPr lang="en-US" b="0" i="0"/>
            <a:t>Dataset: 2,197 labeled rows from C1 (TX power), C2 (SF7 to SF10), and C5 (active stations), with 9-check audit PASS.</a:t>
          </a:r>
          <a:endParaRPr lang="en-US"/>
        </a:p>
      </dgm:t>
    </dgm:pt>
    <dgm:pt modelId="{1E7B885C-A94E-4DFD-BF58-4E4980DA955D}" type="parTrans" cxnId="{169C3D40-D8BC-47FE-8366-E2C95CAA77A1}">
      <dgm:prSet/>
      <dgm:spPr/>
      <dgm:t>
        <a:bodyPr/>
        <a:lstStyle/>
        <a:p>
          <a:endParaRPr lang="en-US"/>
        </a:p>
      </dgm:t>
    </dgm:pt>
    <dgm:pt modelId="{A82E0EF0-7357-4A93-B883-E4BE80641311}" type="sibTrans" cxnId="{169C3D40-D8BC-47FE-8366-E2C95CAA77A1}">
      <dgm:prSet/>
      <dgm:spPr/>
      <dgm:t>
        <a:bodyPr/>
        <a:lstStyle/>
        <a:p>
          <a:endParaRPr lang="en-US"/>
        </a:p>
      </dgm:t>
    </dgm:pt>
    <dgm:pt modelId="{C457FD60-1F3E-4668-8A2A-9D7714E3398D}">
      <dgm:prSet/>
      <dgm:spPr/>
      <dgm:t>
        <a:bodyPr/>
        <a:lstStyle/>
        <a:p>
          <a:r>
            <a:rPr lang="en-US" b="0" i="0"/>
            <a:t>ML: 1-D CNN achieved 0.985 SF-task accuracy; live deployment classified 362 frames at 2.00 fps with 1.6 ms p99 host latency.</a:t>
          </a:r>
          <a:endParaRPr lang="en-US"/>
        </a:p>
      </dgm:t>
    </dgm:pt>
    <dgm:pt modelId="{38F58DBA-D21A-476B-BB52-471F6D53CCD4}" type="parTrans" cxnId="{884ED9C5-17EB-4283-A1BE-493EB238DAA1}">
      <dgm:prSet/>
      <dgm:spPr/>
      <dgm:t>
        <a:bodyPr/>
        <a:lstStyle/>
        <a:p>
          <a:endParaRPr lang="en-US"/>
        </a:p>
      </dgm:t>
    </dgm:pt>
    <dgm:pt modelId="{2CE83384-7946-4CC2-8719-EE819ECC6FB5}" type="sibTrans" cxnId="{884ED9C5-17EB-4283-A1BE-493EB238DAA1}">
      <dgm:prSet/>
      <dgm:spPr/>
      <dgm:t>
        <a:bodyPr/>
        <a:lstStyle/>
        <a:p>
          <a:endParaRPr lang="en-US"/>
        </a:p>
      </dgm:t>
    </dgm:pt>
    <dgm:pt modelId="{E57CCB42-1C96-48A4-8012-01FC189B2457}" type="pres">
      <dgm:prSet presAssocID="{821C21B4-A989-4D0C-B0E7-BFA96237EC03}" presName="linear" presStyleCnt="0">
        <dgm:presLayoutVars>
          <dgm:animLvl val="lvl"/>
          <dgm:resizeHandles val="exact"/>
        </dgm:presLayoutVars>
      </dgm:prSet>
      <dgm:spPr/>
    </dgm:pt>
    <dgm:pt modelId="{53B682D1-356D-4795-8A86-B37E217DC470}" type="pres">
      <dgm:prSet presAssocID="{8E30EBCD-389F-46E7-948E-4B4F9EA61B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3D00AF-1501-4BAA-9602-19888B4F211C}" type="pres">
      <dgm:prSet presAssocID="{C1AB4B5A-5C55-406B-8071-DDA09486DDEE}" presName="spacer" presStyleCnt="0"/>
      <dgm:spPr/>
    </dgm:pt>
    <dgm:pt modelId="{5F59B9D0-F57C-4FDD-8088-35242E1CD9A5}" type="pres">
      <dgm:prSet presAssocID="{806C22DF-0FCD-45AE-A5BF-327E63A7EA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F97BA9-B922-4B4A-9FDB-6E2C068C70F1}" type="pres">
      <dgm:prSet presAssocID="{D92B5F9A-38D2-455E-A5EF-5AB487889EA7}" presName="spacer" presStyleCnt="0"/>
      <dgm:spPr/>
    </dgm:pt>
    <dgm:pt modelId="{472596FA-7851-427C-9188-283100E7AD49}" type="pres">
      <dgm:prSet presAssocID="{50D6E70D-7235-4720-9D45-36D335389E1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7E91DC-A956-4097-8350-3A27BBC98276}" type="pres">
      <dgm:prSet presAssocID="{A82E0EF0-7357-4A93-B883-E4BE80641311}" presName="spacer" presStyleCnt="0"/>
      <dgm:spPr/>
    </dgm:pt>
    <dgm:pt modelId="{AD28FF94-8840-4945-A7C1-14A05867DD87}" type="pres">
      <dgm:prSet presAssocID="{C457FD60-1F3E-4668-8A2A-9D7714E3398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BEF806-2F46-4D7A-917F-33D21DCD8F60}" srcId="{821C21B4-A989-4D0C-B0E7-BFA96237EC03}" destId="{806C22DF-0FCD-45AE-A5BF-327E63A7EAFD}" srcOrd="1" destOrd="0" parTransId="{FDC17263-9C6A-42D1-9994-38A128E5E010}" sibTransId="{D92B5F9A-38D2-455E-A5EF-5AB487889EA7}"/>
    <dgm:cxn modelId="{B1EC4107-97C6-4E70-B7B0-EBC31E8B76B7}" type="presOf" srcId="{50D6E70D-7235-4720-9D45-36D335389E19}" destId="{472596FA-7851-427C-9188-283100E7AD49}" srcOrd="0" destOrd="0" presId="urn:microsoft.com/office/officeart/2005/8/layout/vList2"/>
    <dgm:cxn modelId="{169C3D40-D8BC-47FE-8366-E2C95CAA77A1}" srcId="{821C21B4-A989-4D0C-B0E7-BFA96237EC03}" destId="{50D6E70D-7235-4720-9D45-36D335389E19}" srcOrd="2" destOrd="0" parTransId="{1E7B885C-A94E-4DFD-BF58-4E4980DA955D}" sibTransId="{A82E0EF0-7357-4A93-B883-E4BE80641311}"/>
    <dgm:cxn modelId="{CC43AB6D-16A4-4C30-8797-81B9935E357C}" type="presOf" srcId="{8E30EBCD-389F-46E7-948E-4B4F9EA61B00}" destId="{53B682D1-356D-4795-8A86-B37E217DC470}" srcOrd="0" destOrd="0" presId="urn:microsoft.com/office/officeart/2005/8/layout/vList2"/>
    <dgm:cxn modelId="{EB53A68A-4EFE-4644-9EBB-F7E9A6A964A8}" type="presOf" srcId="{C457FD60-1F3E-4668-8A2A-9D7714E3398D}" destId="{AD28FF94-8840-4945-A7C1-14A05867DD87}" srcOrd="0" destOrd="0" presId="urn:microsoft.com/office/officeart/2005/8/layout/vList2"/>
    <dgm:cxn modelId="{72669394-75B4-44A1-AA70-9E4436D38257}" type="presOf" srcId="{821C21B4-A989-4D0C-B0E7-BFA96237EC03}" destId="{E57CCB42-1C96-48A4-8012-01FC189B2457}" srcOrd="0" destOrd="0" presId="urn:microsoft.com/office/officeart/2005/8/layout/vList2"/>
    <dgm:cxn modelId="{884ED9C5-17EB-4283-A1BE-493EB238DAA1}" srcId="{821C21B4-A989-4D0C-B0E7-BFA96237EC03}" destId="{C457FD60-1F3E-4668-8A2A-9D7714E3398D}" srcOrd="3" destOrd="0" parTransId="{38F58DBA-D21A-476B-BB52-471F6D53CCD4}" sibTransId="{2CE83384-7946-4CC2-8719-EE819ECC6FB5}"/>
    <dgm:cxn modelId="{5AF1A8EA-9E4B-4A6F-86A6-C86EFA1BBC21}" type="presOf" srcId="{806C22DF-0FCD-45AE-A5BF-327E63A7EAFD}" destId="{5F59B9D0-F57C-4FDD-8088-35242E1CD9A5}" srcOrd="0" destOrd="0" presId="urn:microsoft.com/office/officeart/2005/8/layout/vList2"/>
    <dgm:cxn modelId="{08081EEC-D29B-4FA1-8ACD-089C6CEA42C0}" srcId="{821C21B4-A989-4D0C-B0E7-BFA96237EC03}" destId="{8E30EBCD-389F-46E7-948E-4B4F9EA61B00}" srcOrd="0" destOrd="0" parTransId="{2BF51E69-E5F4-4077-BAC4-C6022C19678B}" sibTransId="{C1AB4B5A-5C55-406B-8071-DDA09486DDEE}"/>
    <dgm:cxn modelId="{E1E4DF71-3F99-41C9-8ED6-3A3969768FEC}" type="presParOf" srcId="{E57CCB42-1C96-48A4-8012-01FC189B2457}" destId="{53B682D1-356D-4795-8A86-B37E217DC470}" srcOrd="0" destOrd="0" presId="urn:microsoft.com/office/officeart/2005/8/layout/vList2"/>
    <dgm:cxn modelId="{AFEE6EE0-1C65-47D0-908C-F276D23E41B1}" type="presParOf" srcId="{E57CCB42-1C96-48A4-8012-01FC189B2457}" destId="{573D00AF-1501-4BAA-9602-19888B4F211C}" srcOrd="1" destOrd="0" presId="urn:microsoft.com/office/officeart/2005/8/layout/vList2"/>
    <dgm:cxn modelId="{E8D17BD9-57D3-4C64-ADEB-55C1A5042B62}" type="presParOf" srcId="{E57CCB42-1C96-48A4-8012-01FC189B2457}" destId="{5F59B9D0-F57C-4FDD-8088-35242E1CD9A5}" srcOrd="2" destOrd="0" presId="urn:microsoft.com/office/officeart/2005/8/layout/vList2"/>
    <dgm:cxn modelId="{751337F4-5A8C-4C38-A7EA-64CAC5F50487}" type="presParOf" srcId="{E57CCB42-1C96-48A4-8012-01FC189B2457}" destId="{8CF97BA9-B922-4B4A-9FDB-6E2C068C70F1}" srcOrd="3" destOrd="0" presId="urn:microsoft.com/office/officeart/2005/8/layout/vList2"/>
    <dgm:cxn modelId="{0FC8EF6B-35D0-424C-8B15-A0A927A8EA8F}" type="presParOf" srcId="{E57CCB42-1C96-48A4-8012-01FC189B2457}" destId="{472596FA-7851-427C-9188-283100E7AD49}" srcOrd="4" destOrd="0" presId="urn:microsoft.com/office/officeart/2005/8/layout/vList2"/>
    <dgm:cxn modelId="{85621198-C8DC-4318-ADBA-39910F2DBFE6}" type="presParOf" srcId="{E57CCB42-1C96-48A4-8012-01FC189B2457}" destId="{8A7E91DC-A956-4097-8350-3A27BBC98276}" srcOrd="5" destOrd="0" presId="urn:microsoft.com/office/officeart/2005/8/layout/vList2"/>
    <dgm:cxn modelId="{125054E6-FE44-48BC-8760-F5A1E1570D09}" type="presParOf" srcId="{E57CCB42-1C96-48A4-8012-01FC189B2457}" destId="{AD28FF94-8840-4945-A7C1-14A05867D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499B9B-3395-4FD3-A71B-84A51E6EA0C5}" type="doc">
      <dgm:prSet loTypeId="urn:microsoft.com/office/officeart/2005/8/layout/defaul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B10209A-0D62-482C-87B8-54A131114C67}">
      <dgm:prSet/>
      <dgm:spPr/>
      <dgm:t>
        <a:bodyPr/>
        <a:lstStyle/>
        <a:p>
          <a:r>
            <a:rPr lang="en-US" b="0" i="0"/>
            <a:t>Missing NVIC interrupt enable in M1 firmware caused 100% drop rate symptom at M2 FPGA ingestion.</a:t>
          </a:r>
          <a:endParaRPr lang="en-US"/>
        </a:p>
      </dgm:t>
    </dgm:pt>
    <dgm:pt modelId="{53F9FF4F-4889-4A91-801B-EA04E3EFC436}" type="parTrans" cxnId="{0A3B0251-1C49-4535-ACD2-EB2769E04A56}">
      <dgm:prSet/>
      <dgm:spPr/>
      <dgm:t>
        <a:bodyPr/>
        <a:lstStyle/>
        <a:p>
          <a:endParaRPr lang="en-US"/>
        </a:p>
      </dgm:t>
    </dgm:pt>
    <dgm:pt modelId="{9D8FAE56-BA6A-45D6-8107-509234BB26CA}" type="sibTrans" cxnId="{0A3B0251-1C49-4535-ACD2-EB2769E04A56}">
      <dgm:prSet/>
      <dgm:spPr/>
      <dgm:t>
        <a:bodyPr/>
        <a:lstStyle/>
        <a:p>
          <a:endParaRPr lang="en-US"/>
        </a:p>
      </dgm:t>
    </dgm:pt>
    <dgm:pt modelId="{258272D6-FFE8-4975-9B35-E4A90FC7A024}">
      <dgm:prSet/>
      <dgm:spPr/>
      <dgm:t>
        <a:bodyPr/>
        <a:lstStyle/>
        <a:p>
          <a:r>
            <a:rPr lang="en-US" b="0" i="0"/>
            <a:t>Synchronous reset clause in M2 BRAM inference synthesized as 65k flip-flops instead of block RAM.</a:t>
          </a:r>
          <a:endParaRPr lang="en-US"/>
        </a:p>
      </dgm:t>
    </dgm:pt>
    <dgm:pt modelId="{31FF8EC5-17CB-4524-8A5C-689BED4B17B4}" type="parTrans" cxnId="{15DDD7B4-E150-432D-945A-FE700D2E2EB7}">
      <dgm:prSet/>
      <dgm:spPr/>
      <dgm:t>
        <a:bodyPr/>
        <a:lstStyle/>
        <a:p>
          <a:endParaRPr lang="en-US"/>
        </a:p>
      </dgm:t>
    </dgm:pt>
    <dgm:pt modelId="{4C484842-4DD4-49EE-8C8E-169F382B8951}" type="sibTrans" cxnId="{15DDD7B4-E150-432D-945A-FE700D2E2EB7}">
      <dgm:prSet/>
      <dgm:spPr/>
      <dgm:t>
        <a:bodyPr/>
        <a:lstStyle/>
        <a:p>
          <a:endParaRPr lang="en-US"/>
        </a:p>
      </dgm:t>
    </dgm:pt>
    <dgm:pt modelId="{FA925279-081F-481A-867F-88792B50C50D}">
      <dgm:prSet/>
      <dgm:spPr/>
      <dgm:t>
        <a:bodyPr/>
        <a:lstStyle/>
        <a:p>
          <a:r>
            <a:rPr lang="en-US" b="0" i="0" dirty="0"/>
            <a:t>Missing SX1276 </a:t>
          </a:r>
          <a:r>
            <a:rPr lang="en-US" b="0" i="0" dirty="0" err="1"/>
            <a:t>RegPaDac</a:t>
          </a:r>
          <a:r>
            <a:rPr lang="en-US" b="0" i="0" dirty="0"/>
            <a:t> write in M1 broke +20 dBm link-budget monotonicity observed in M3 validation.</a:t>
          </a:r>
          <a:endParaRPr lang="en-US" dirty="0"/>
        </a:p>
      </dgm:t>
    </dgm:pt>
    <dgm:pt modelId="{7139270E-9613-4890-8E0F-49B71DC45F2D}" type="parTrans" cxnId="{00F5361D-9A10-4FBA-A69A-752B7F595F71}">
      <dgm:prSet/>
      <dgm:spPr/>
      <dgm:t>
        <a:bodyPr/>
        <a:lstStyle/>
        <a:p>
          <a:endParaRPr lang="en-US"/>
        </a:p>
      </dgm:t>
    </dgm:pt>
    <dgm:pt modelId="{709B583C-5D20-4192-8801-68781F497D9F}" type="sibTrans" cxnId="{00F5361D-9A10-4FBA-A69A-752B7F595F71}">
      <dgm:prSet/>
      <dgm:spPr/>
      <dgm:t>
        <a:bodyPr/>
        <a:lstStyle/>
        <a:p>
          <a:endParaRPr lang="en-US"/>
        </a:p>
      </dgm:t>
    </dgm:pt>
    <dgm:pt modelId="{318558EA-E96A-436A-B080-E21FE450A0C3}">
      <dgm:prSet/>
      <dgm:spPr/>
      <dgm:t>
        <a:bodyPr/>
        <a:lstStyle/>
        <a:p>
          <a:r>
            <a:rPr lang="en-US" b="0" i="0"/>
            <a:t>Session-confounded freq_error feature in M3 produced leakage and falsely perfect M4 test performance.</a:t>
          </a:r>
          <a:endParaRPr lang="en-US"/>
        </a:p>
      </dgm:t>
    </dgm:pt>
    <dgm:pt modelId="{960DED34-F429-416D-88CD-B75C89694B22}" type="parTrans" cxnId="{DA4463C2-895E-4566-98B6-83687BDA713D}">
      <dgm:prSet/>
      <dgm:spPr/>
      <dgm:t>
        <a:bodyPr/>
        <a:lstStyle/>
        <a:p>
          <a:endParaRPr lang="en-US"/>
        </a:p>
      </dgm:t>
    </dgm:pt>
    <dgm:pt modelId="{7DA2A95D-EF22-49DC-AF80-21B0E0D0A513}" type="sibTrans" cxnId="{DA4463C2-895E-4566-98B6-83687BDA713D}">
      <dgm:prSet/>
      <dgm:spPr/>
      <dgm:t>
        <a:bodyPr/>
        <a:lstStyle/>
        <a:p>
          <a:endParaRPr lang="en-US"/>
        </a:p>
      </dgm:t>
    </dgm:pt>
    <dgm:pt modelId="{C13DE279-E399-4A50-AEB8-1E10775C033B}">
      <dgm:prSet/>
      <dgm:spPr/>
      <dgm:t>
        <a:bodyPr/>
        <a:lstStyle/>
        <a:p>
          <a:r>
            <a:rPr lang="en-US" b="0" i="0"/>
            <a:t>Each fault originated in one module and surfaced in another, directly exercising cross-domain debugging skills.</a:t>
          </a:r>
          <a:endParaRPr lang="en-US"/>
        </a:p>
      </dgm:t>
    </dgm:pt>
    <dgm:pt modelId="{3E386494-F372-43F1-B1F3-4A6AE5C11A2A}" type="parTrans" cxnId="{19E77E60-299D-4F45-8871-70A5D418F409}">
      <dgm:prSet/>
      <dgm:spPr/>
      <dgm:t>
        <a:bodyPr/>
        <a:lstStyle/>
        <a:p>
          <a:endParaRPr lang="en-US"/>
        </a:p>
      </dgm:t>
    </dgm:pt>
    <dgm:pt modelId="{ED48A532-4CE0-4BD8-A005-169F76EAC8C2}" type="sibTrans" cxnId="{19E77E60-299D-4F45-8871-70A5D418F409}">
      <dgm:prSet/>
      <dgm:spPr/>
      <dgm:t>
        <a:bodyPr/>
        <a:lstStyle/>
        <a:p>
          <a:endParaRPr lang="en-US"/>
        </a:p>
      </dgm:t>
    </dgm:pt>
    <dgm:pt modelId="{9B35B0EF-259C-4EAF-8F7B-BE87760B039A}" type="pres">
      <dgm:prSet presAssocID="{92499B9B-3395-4FD3-A71B-84A51E6EA0C5}" presName="diagram" presStyleCnt="0">
        <dgm:presLayoutVars>
          <dgm:dir/>
          <dgm:resizeHandles val="exact"/>
        </dgm:presLayoutVars>
      </dgm:prSet>
      <dgm:spPr/>
    </dgm:pt>
    <dgm:pt modelId="{C9D92602-C7C2-465B-9A0A-41FED079A305}" type="pres">
      <dgm:prSet presAssocID="{7B10209A-0D62-482C-87B8-54A131114C67}" presName="node" presStyleLbl="node1" presStyleIdx="0" presStyleCnt="5">
        <dgm:presLayoutVars>
          <dgm:bulletEnabled val="1"/>
        </dgm:presLayoutVars>
      </dgm:prSet>
      <dgm:spPr/>
    </dgm:pt>
    <dgm:pt modelId="{12A02F65-C906-4369-B6D5-3CBA3B5A788F}" type="pres">
      <dgm:prSet presAssocID="{9D8FAE56-BA6A-45D6-8107-509234BB26CA}" presName="sibTrans" presStyleCnt="0"/>
      <dgm:spPr/>
    </dgm:pt>
    <dgm:pt modelId="{E7DA62F3-E562-4A6A-831A-C74050E10A55}" type="pres">
      <dgm:prSet presAssocID="{258272D6-FFE8-4975-9B35-E4A90FC7A024}" presName="node" presStyleLbl="node1" presStyleIdx="1" presStyleCnt="5">
        <dgm:presLayoutVars>
          <dgm:bulletEnabled val="1"/>
        </dgm:presLayoutVars>
      </dgm:prSet>
      <dgm:spPr/>
    </dgm:pt>
    <dgm:pt modelId="{E8682C4D-570F-40EE-93C8-96F4200D8D20}" type="pres">
      <dgm:prSet presAssocID="{4C484842-4DD4-49EE-8C8E-169F382B8951}" presName="sibTrans" presStyleCnt="0"/>
      <dgm:spPr/>
    </dgm:pt>
    <dgm:pt modelId="{9928AD0F-A0F7-4BCA-92E9-8C70574AF465}" type="pres">
      <dgm:prSet presAssocID="{FA925279-081F-481A-867F-88792B50C50D}" presName="node" presStyleLbl="node1" presStyleIdx="2" presStyleCnt="5">
        <dgm:presLayoutVars>
          <dgm:bulletEnabled val="1"/>
        </dgm:presLayoutVars>
      </dgm:prSet>
      <dgm:spPr/>
    </dgm:pt>
    <dgm:pt modelId="{FFE28249-B54C-48CC-97AB-0DD59FAAED93}" type="pres">
      <dgm:prSet presAssocID="{709B583C-5D20-4192-8801-68781F497D9F}" presName="sibTrans" presStyleCnt="0"/>
      <dgm:spPr/>
    </dgm:pt>
    <dgm:pt modelId="{367137F4-E7E3-4BC0-BE24-946AE0B8D470}" type="pres">
      <dgm:prSet presAssocID="{318558EA-E96A-436A-B080-E21FE450A0C3}" presName="node" presStyleLbl="node1" presStyleIdx="3" presStyleCnt="5">
        <dgm:presLayoutVars>
          <dgm:bulletEnabled val="1"/>
        </dgm:presLayoutVars>
      </dgm:prSet>
      <dgm:spPr/>
    </dgm:pt>
    <dgm:pt modelId="{6D10A42D-5F94-435A-BEAD-BE4CA99BBEB8}" type="pres">
      <dgm:prSet presAssocID="{7DA2A95D-EF22-49DC-AF80-21B0E0D0A513}" presName="sibTrans" presStyleCnt="0"/>
      <dgm:spPr/>
    </dgm:pt>
    <dgm:pt modelId="{4D31C4CD-FADD-454A-BE27-581A45A4612B}" type="pres">
      <dgm:prSet presAssocID="{C13DE279-E399-4A50-AEB8-1E10775C033B}" presName="node" presStyleLbl="node1" presStyleIdx="4" presStyleCnt="5">
        <dgm:presLayoutVars>
          <dgm:bulletEnabled val="1"/>
        </dgm:presLayoutVars>
      </dgm:prSet>
      <dgm:spPr/>
    </dgm:pt>
  </dgm:ptLst>
  <dgm:cxnLst>
    <dgm:cxn modelId="{CFD8700F-FB5A-4279-8E4A-B6A5BB4CF29A}" type="presOf" srcId="{C13DE279-E399-4A50-AEB8-1E10775C033B}" destId="{4D31C4CD-FADD-454A-BE27-581A45A4612B}" srcOrd="0" destOrd="0" presId="urn:microsoft.com/office/officeart/2005/8/layout/default"/>
    <dgm:cxn modelId="{00F5361D-9A10-4FBA-A69A-752B7F595F71}" srcId="{92499B9B-3395-4FD3-A71B-84A51E6EA0C5}" destId="{FA925279-081F-481A-867F-88792B50C50D}" srcOrd="2" destOrd="0" parTransId="{7139270E-9613-4890-8E0F-49B71DC45F2D}" sibTransId="{709B583C-5D20-4192-8801-68781F497D9F}"/>
    <dgm:cxn modelId="{BED9925D-03A4-4DE2-B1BC-0B3E2724728E}" type="presOf" srcId="{7B10209A-0D62-482C-87B8-54A131114C67}" destId="{C9D92602-C7C2-465B-9A0A-41FED079A305}" srcOrd="0" destOrd="0" presId="urn:microsoft.com/office/officeart/2005/8/layout/default"/>
    <dgm:cxn modelId="{19E77E60-299D-4F45-8871-70A5D418F409}" srcId="{92499B9B-3395-4FD3-A71B-84A51E6EA0C5}" destId="{C13DE279-E399-4A50-AEB8-1E10775C033B}" srcOrd="4" destOrd="0" parTransId="{3E386494-F372-43F1-B1F3-4A6AE5C11A2A}" sibTransId="{ED48A532-4CE0-4BD8-A005-169F76EAC8C2}"/>
    <dgm:cxn modelId="{383B2541-9DFD-475C-B7EE-0A809654F1E5}" type="presOf" srcId="{FA925279-081F-481A-867F-88792B50C50D}" destId="{9928AD0F-A0F7-4BCA-92E9-8C70574AF465}" srcOrd="0" destOrd="0" presId="urn:microsoft.com/office/officeart/2005/8/layout/default"/>
    <dgm:cxn modelId="{0F55F541-BDC0-42B0-90E8-1A1135B545FE}" type="presOf" srcId="{92499B9B-3395-4FD3-A71B-84A51E6EA0C5}" destId="{9B35B0EF-259C-4EAF-8F7B-BE87760B039A}" srcOrd="0" destOrd="0" presId="urn:microsoft.com/office/officeart/2005/8/layout/default"/>
    <dgm:cxn modelId="{0A3B0251-1C49-4535-ACD2-EB2769E04A56}" srcId="{92499B9B-3395-4FD3-A71B-84A51E6EA0C5}" destId="{7B10209A-0D62-482C-87B8-54A131114C67}" srcOrd="0" destOrd="0" parTransId="{53F9FF4F-4889-4A91-801B-EA04E3EFC436}" sibTransId="{9D8FAE56-BA6A-45D6-8107-509234BB26CA}"/>
    <dgm:cxn modelId="{15DDD7B4-E150-432D-945A-FE700D2E2EB7}" srcId="{92499B9B-3395-4FD3-A71B-84A51E6EA0C5}" destId="{258272D6-FFE8-4975-9B35-E4A90FC7A024}" srcOrd="1" destOrd="0" parTransId="{31FF8EC5-17CB-4524-8A5C-689BED4B17B4}" sibTransId="{4C484842-4DD4-49EE-8C8E-169F382B8951}"/>
    <dgm:cxn modelId="{0A6EB1C0-527A-4F27-91D9-9817149F853A}" type="presOf" srcId="{318558EA-E96A-436A-B080-E21FE450A0C3}" destId="{367137F4-E7E3-4BC0-BE24-946AE0B8D470}" srcOrd="0" destOrd="0" presId="urn:microsoft.com/office/officeart/2005/8/layout/default"/>
    <dgm:cxn modelId="{DA4463C2-895E-4566-98B6-83687BDA713D}" srcId="{92499B9B-3395-4FD3-A71B-84A51E6EA0C5}" destId="{318558EA-E96A-436A-B080-E21FE450A0C3}" srcOrd="3" destOrd="0" parTransId="{960DED34-F429-416D-88CD-B75C89694B22}" sibTransId="{7DA2A95D-EF22-49DC-AF80-21B0E0D0A513}"/>
    <dgm:cxn modelId="{B93759F4-0B5D-4713-A5BF-9B63D4F52A6B}" type="presOf" srcId="{258272D6-FFE8-4975-9B35-E4A90FC7A024}" destId="{E7DA62F3-E562-4A6A-831A-C74050E10A55}" srcOrd="0" destOrd="0" presId="urn:microsoft.com/office/officeart/2005/8/layout/default"/>
    <dgm:cxn modelId="{F5133C00-7E6B-42D5-942B-DA54A6EEC60D}" type="presParOf" srcId="{9B35B0EF-259C-4EAF-8F7B-BE87760B039A}" destId="{C9D92602-C7C2-465B-9A0A-41FED079A305}" srcOrd="0" destOrd="0" presId="urn:microsoft.com/office/officeart/2005/8/layout/default"/>
    <dgm:cxn modelId="{7CE196C2-D89E-4B49-9A05-89716A4464A9}" type="presParOf" srcId="{9B35B0EF-259C-4EAF-8F7B-BE87760B039A}" destId="{12A02F65-C906-4369-B6D5-3CBA3B5A788F}" srcOrd="1" destOrd="0" presId="urn:microsoft.com/office/officeart/2005/8/layout/default"/>
    <dgm:cxn modelId="{C137006C-7C28-4243-8FCC-936979992CB6}" type="presParOf" srcId="{9B35B0EF-259C-4EAF-8F7B-BE87760B039A}" destId="{E7DA62F3-E562-4A6A-831A-C74050E10A55}" srcOrd="2" destOrd="0" presId="urn:microsoft.com/office/officeart/2005/8/layout/default"/>
    <dgm:cxn modelId="{343EA44E-76B6-4E01-8466-F2E154BC33CE}" type="presParOf" srcId="{9B35B0EF-259C-4EAF-8F7B-BE87760B039A}" destId="{E8682C4D-570F-40EE-93C8-96F4200D8D20}" srcOrd="3" destOrd="0" presId="urn:microsoft.com/office/officeart/2005/8/layout/default"/>
    <dgm:cxn modelId="{F828C3AD-5BA1-4B14-AC9A-0C5ACEC17D89}" type="presParOf" srcId="{9B35B0EF-259C-4EAF-8F7B-BE87760B039A}" destId="{9928AD0F-A0F7-4BCA-92E9-8C70574AF465}" srcOrd="4" destOrd="0" presId="urn:microsoft.com/office/officeart/2005/8/layout/default"/>
    <dgm:cxn modelId="{EABC4DE0-88C9-477A-8050-13653853B4D5}" type="presParOf" srcId="{9B35B0EF-259C-4EAF-8F7B-BE87760B039A}" destId="{FFE28249-B54C-48CC-97AB-0DD59FAAED93}" srcOrd="5" destOrd="0" presId="urn:microsoft.com/office/officeart/2005/8/layout/default"/>
    <dgm:cxn modelId="{C2F42A39-996D-432D-92C8-620B81976584}" type="presParOf" srcId="{9B35B0EF-259C-4EAF-8F7B-BE87760B039A}" destId="{367137F4-E7E3-4BC0-BE24-946AE0B8D470}" srcOrd="6" destOrd="0" presId="urn:microsoft.com/office/officeart/2005/8/layout/default"/>
    <dgm:cxn modelId="{43010FDA-CA2E-4152-B786-BD4E0E3B1EB4}" type="presParOf" srcId="{9B35B0EF-259C-4EAF-8F7B-BE87760B039A}" destId="{6D10A42D-5F94-435A-BEAD-BE4CA99BBEB8}" srcOrd="7" destOrd="0" presId="urn:microsoft.com/office/officeart/2005/8/layout/default"/>
    <dgm:cxn modelId="{07EC60E0-4F01-48F5-836B-C7408B59B9CA}" type="presParOf" srcId="{9B35B0EF-259C-4EAF-8F7B-BE87760B039A}" destId="{4D31C4CD-FADD-454A-BE27-581A45A4612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246362-21D1-4025-A373-DEC7158B06A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1C5C6E-82CE-4E8F-B1CA-7DB432612556}">
      <dgm:prSet/>
      <dgm:spPr/>
      <dgm:t>
        <a:bodyPr/>
        <a:lstStyle/>
        <a:p>
          <a:r>
            <a:rPr lang="en-US" b="0" i="0"/>
            <a:t>Delivered a 5-module integrated curriculum; Modules 1 to 4 were executed on real hardware with reproducible logs.</a:t>
          </a:r>
          <a:endParaRPr lang="en-US"/>
        </a:p>
      </dgm:t>
    </dgm:pt>
    <dgm:pt modelId="{BE557036-2B04-4DA2-BB9E-BA2DAEADDA95}" type="parTrans" cxnId="{376CBE91-12D1-4D0B-8703-AD9614DC7C01}">
      <dgm:prSet/>
      <dgm:spPr/>
      <dgm:t>
        <a:bodyPr/>
        <a:lstStyle/>
        <a:p>
          <a:endParaRPr lang="en-US"/>
        </a:p>
      </dgm:t>
    </dgm:pt>
    <dgm:pt modelId="{A4EFD94C-92DA-4800-86B7-927A34DB0472}" type="sibTrans" cxnId="{376CBE91-12D1-4D0B-8703-AD9614DC7C01}">
      <dgm:prSet/>
      <dgm:spPr/>
      <dgm:t>
        <a:bodyPr/>
        <a:lstStyle/>
        <a:p>
          <a:endParaRPr lang="en-US"/>
        </a:p>
      </dgm:t>
    </dgm:pt>
    <dgm:pt modelId="{CB30A98F-B27C-4B24-A4AF-E9E04A5DCA56}">
      <dgm:prSet/>
      <dgm:spPr/>
      <dgm:t>
        <a:bodyPr/>
        <a:lstStyle/>
        <a:p>
          <a:r>
            <a:rPr lang="en-US" b="0" i="0"/>
            <a:t>Demonstrated live three-task classification pipeline at 2 fps and 1.6 ms p99 inference latency.</a:t>
          </a:r>
          <a:endParaRPr lang="en-US"/>
        </a:p>
      </dgm:t>
    </dgm:pt>
    <dgm:pt modelId="{E24BAC92-E261-4AE5-B10B-F8BB09F87CF2}" type="parTrans" cxnId="{DFB2B655-3227-4D5C-A417-DAB071E9C6B3}">
      <dgm:prSet/>
      <dgm:spPr/>
      <dgm:t>
        <a:bodyPr/>
        <a:lstStyle/>
        <a:p>
          <a:endParaRPr lang="en-US"/>
        </a:p>
      </dgm:t>
    </dgm:pt>
    <dgm:pt modelId="{4BA53D69-9A51-436D-BBA4-B993676709EC}" type="sibTrans" cxnId="{DFB2B655-3227-4D5C-A417-DAB071E9C6B3}">
      <dgm:prSet/>
      <dgm:spPr/>
      <dgm:t>
        <a:bodyPr/>
        <a:lstStyle/>
        <a:p>
          <a:endParaRPr lang="en-US"/>
        </a:p>
      </dgm:t>
    </dgm:pt>
    <dgm:pt modelId="{68E8AA20-B776-42F7-9614-3F1EF391F35B}">
      <dgm:prSet/>
      <dgm:spPr/>
      <dgm:t>
        <a:bodyPr/>
        <a:lstStyle/>
        <a:p>
          <a:r>
            <a:rPr lang="en-US" b="0" i="0"/>
            <a:t>Documented four cross-domain faults as evidence that integration reasoning is teachable and measurable.</a:t>
          </a:r>
          <a:endParaRPr lang="en-US"/>
        </a:p>
      </dgm:t>
    </dgm:pt>
    <dgm:pt modelId="{9F7424C1-1482-4624-AB13-0C890EEDAA80}" type="parTrans" cxnId="{65CF6855-F7A1-4774-8DF9-C761EB037853}">
      <dgm:prSet/>
      <dgm:spPr/>
      <dgm:t>
        <a:bodyPr/>
        <a:lstStyle/>
        <a:p>
          <a:endParaRPr lang="en-US"/>
        </a:p>
      </dgm:t>
    </dgm:pt>
    <dgm:pt modelId="{E04A234E-97F1-457A-B9A3-E35A250846A8}" type="sibTrans" cxnId="{65CF6855-F7A1-4774-8DF9-C761EB037853}">
      <dgm:prSet/>
      <dgm:spPr/>
      <dgm:t>
        <a:bodyPr/>
        <a:lstStyle/>
        <a:p>
          <a:endParaRPr lang="en-US"/>
        </a:p>
      </dgm:t>
    </dgm:pt>
    <dgm:pt modelId="{CA492552-C778-453C-85EC-2CAFF15963EA}">
      <dgm:prSet/>
      <dgm:spPr/>
      <dgm:t>
        <a:bodyPr/>
        <a:lstStyle/>
        <a:p>
          <a:r>
            <a:rPr lang="en-US" b="0" i="0"/>
            <a:t>Next: run full Module 5 cohort validation, recollect deferred C4 distance campaign, and expand optional C3 modulation classes.</a:t>
          </a:r>
          <a:endParaRPr lang="en-US"/>
        </a:p>
      </dgm:t>
    </dgm:pt>
    <dgm:pt modelId="{83E27D23-BBFF-4540-B3E0-2C3F76C4D5ED}" type="parTrans" cxnId="{6CA3E3D6-872B-4844-AD22-7CD1A3361BF9}">
      <dgm:prSet/>
      <dgm:spPr/>
      <dgm:t>
        <a:bodyPr/>
        <a:lstStyle/>
        <a:p>
          <a:endParaRPr lang="en-US"/>
        </a:p>
      </dgm:t>
    </dgm:pt>
    <dgm:pt modelId="{8F5B27A7-A53E-4013-9D5B-F51F454FA482}" type="sibTrans" cxnId="{6CA3E3D6-872B-4844-AD22-7CD1A3361BF9}">
      <dgm:prSet/>
      <dgm:spPr/>
      <dgm:t>
        <a:bodyPr/>
        <a:lstStyle/>
        <a:p>
          <a:endParaRPr lang="en-US"/>
        </a:p>
      </dgm:t>
    </dgm:pt>
    <dgm:pt modelId="{7CC7B2BB-508F-457F-8FEE-4DE6CF220EC4}" type="pres">
      <dgm:prSet presAssocID="{E0246362-21D1-4025-A373-DEC7158B06A7}" presName="outerComposite" presStyleCnt="0">
        <dgm:presLayoutVars>
          <dgm:chMax val="5"/>
          <dgm:dir/>
          <dgm:resizeHandles val="exact"/>
        </dgm:presLayoutVars>
      </dgm:prSet>
      <dgm:spPr/>
    </dgm:pt>
    <dgm:pt modelId="{BD4F9B7F-013E-4600-B571-5E4BB4CA2F54}" type="pres">
      <dgm:prSet presAssocID="{E0246362-21D1-4025-A373-DEC7158B06A7}" presName="dummyMaxCanvas" presStyleCnt="0">
        <dgm:presLayoutVars/>
      </dgm:prSet>
      <dgm:spPr/>
    </dgm:pt>
    <dgm:pt modelId="{5C9A5BBE-B92E-4FAE-B7F0-434971983879}" type="pres">
      <dgm:prSet presAssocID="{E0246362-21D1-4025-A373-DEC7158B06A7}" presName="FourNodes_1" presStyleLbl="node1" presStyleIdx="0" presStyleCnt="4">
        <dgm:presLayoutVars>
          <dgm:bulletEnabled val="1"/>
        </dgm:presLayoutVars>
      </dgm:prSet>
      <dgm:spPr/>
    </dgm:pt>
    <dgm:pt modelId="{383E75BB-840E-4D48-8674-318200C801A3}" type="pres">
      <dgm:prSet presAssocID="{E0246362-21D1-4025-A373-DEC7158B06A7}" presName="FourNodes_2" presStyleLbl="node1" presStyleIdx="1" presStyleCnt="4">
        <dgm:presLayoutVars>
          <dgm:bulletEnabled val="1"/>
        </dgm:presLayoutVars>
      </dgm:prSet>
      <dgm:spPr/>
    </dgm:pt>
    <dgm:pt modelId="{F9996B50-8185-41A9-AEC0-7AD15D49B905}" type="pres">
      <dgm:prSet presAssocID="{E0246362-21D1-4025-A373-DEC7158B06A7}" presName="FourNodes_3" presStyleLbl="node1" presStyleIdx="2" presStyleCnt="4">
        <dgm:presLayoutVars>
          <dgm:bulletEnabled val="1"/>
        </dgm:presLayoutVars>
      </dgm:prSet>
      <dgm:spPr/>
    </dgm:pt>
    <dgm:pt modelId="{6B8651E7-76D1-48DC-ABEC-23FCFA1CC84E}" type="pres">
      <dgm:prSet presAssocID="{E0246362-21D1-4025-A373-DEC7158B06A7}" presName="FourNodes_4" presStyleLbl="node1" presStyleIdx="3" presStyleCnt="4">
        <dgm:presLayoutVars>
          <dgm:bulletEnabled val="1"/>
        </dgm:presLayoutVars>
      </dgm:prSet>
      <dgm:spPr/>
    </dgm:pt>
    <dgm:pt modelId="{29C0566D-7B3D-4D63-ACAB-F2EAE43B6500}" type="pres">
      <dgm:prSet presAssocID="{E0246362-21D1-4025-A373-DEC7158B06A7}" presName="FourConn_1-2" presStyleLbl="fgAccFollowNode1" presStyleIdx="0" presStyleCnt="3">
        <dgm:presLayoutVars>
          <dgm:bulletEnabled val="1"/>
        </dgm:presLayoutVars>
      </dgm:prSet>
      <dgm:spPr/>
    </dgm:pt>
    <dgm:pt modelId="{3DF114D6-EC46-4B9F-AC59-D285D1D502DD}" type="pres">
      <dgm:prSet presAssocID="{E0246362-21D1-4025-A373-DEC7158B06A7}" presName="FourConn_2-3" presStyleLbl="fgAccFollowNode1" presStyleIdx="1" presStyleCnt="3">
        <dgm:presLayoutVars>
          <dgm:bulletEnabled val="1"/>
        </dgm:presLayoutVars>
      </dgm:prSet>
      <dgm:spPr/>
    </dgm:pt>
    <dgm:pt modelId="{7C4D41A1-676F-4CD8-A9E3-60DDE6BF0395}" type="pres">
      <dgm:prSet presAssocID="{E0246362-21D1-4025-A373-DEC7158B06A7}" presName="FourConn_3-4" presStyleLbl="fgAccFollowNode1" presStyleIdx="2" presStyleCnt="3">
        <dgm:presLayoutVars>
          <dgm:bulletEnabled val="1"/>
        </dgm:presLayoutVars>
      </dgm:prSet>
      <dgm:spPr/>
    </dgm:pt>
    <dgm:pt modelId="{729D9138-FA52-45E5-9E6D-4C5B04F64BB5}" type="pres">
      <dgm:prSet presAssocID="{E0246362-21D1-4025-A373-DEC7158B06A7}" presName="FourNodes_1_text" presStyleLbl="node1" presStyleIdx="3" presStyleCnt="4">
        <dgm:presLayoutVars>
          <dgm:bulletEnabled val="1"/>
        </dgm:presLayoutVars>
      </dgm:prSet>
      <dgm:spPr/>
    </dgm:pt>
    <dgm:pt modelId="{517CEB71-29BC-4CA4-A865-FE5D287EBE6A}" type="pres">
      <dgm:prSet presAssocID="{E0246362-21D1-4025-A373-DEC7158B06A7}" presName="FourNodes_2_text" presStyleLbl="node1" presStyleIdx="3" presStyleCnt="4">
        <dgm:presLayoutVars>
          <dgm:bulletEnabled val="1"/>
        </dgm:presLayoutVars>
      </dgm:prSet>
      <dgm:spPr/>
    </dgm:pt>
    <dgm:pt modelId="{DC5BE882-9FDB-4BCF-BE7F-974987F4F6E7}" type="pres">
      <dgm:prSet presAssocID="{E0246362-21D1-4025-A373-DEC7158B06A7}" presName="FourNodes_3_text" presStyleLbl="node1" presStyleIdx="3" presStyleCnt="4">
        <dgm:presLayoutVars>
          <dgm:bulletEnabled val="1"/>
        </dgm:presLayoutVars>
      </dgm:prSet>
      <dgm:spPr/>
    </dgm:pt>
    <dgm:pt modelId="{2A2593BD-2CEC-4927-A8E3-14C048DBBEFB}" type="pres">
      <dgm:prSet presAssocID="{E0246362-21D1-4025-A373-DEC7158B06A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3DCCB17-3C97-4559-B2CF-D185F2834815}" type="presOf" srcId="{151C5C6E-82CE-4E8F-B1CA-7DB432612556}" destId="{729D9138-FA52-45E5-9E6D-4C5B04F64BB5}" srcOrd="1" destOrd="0" presId="urn:microsoft.com/office/officeart/2005/8/layout/vProcess5"/>
    <dgm:cxn modelId="{D8705332-24C7-4F58-9269-03D6889A9E4E}" type="presOf" srcId="{CB30A98F-B27C-4B24-A4AF-E9E04A5DCA56}" destId="{383E75BB-840E-4D48-8674-318200C801A3}" srcOrd="0" destOrd="0" presId="urn:microsoft.com/office/officeart/2005/8/layout/vProcess5"/>
    <dgm:cxn modelId="{44343C36-E0D6-47A0-AE4E-555A8F73CA7B}" type="presOf" srcId="{E0246362-21D1-4025-A373-DEC7158B06A7}" destId="{7CC7B2BB-508F-457F-8FEE-4DE6CF220EC4}" srcOrd="0" destOrd="0" presId="urn:microsoft.com/office/officeart/2005/8/layout/vProcess5"/>
    <dgm:cxn modelId="{1F1CD56E-D4B2-415E-ABCA-27FD9A8B37A6}" type="presOf" srcId="{CA492552-C778-453C-85EC-2CAFF15963EA}" destId="{2A2593BD-2CEC-4927-A8E3-14C048DBBEFB}" srcOrd="1" destOrd="0" presId="urn:microsoft.com/office/officeart/2005/8/layout/vProcess5"/>
    <dgm:cxn modelId="{65CF6855-F7A1-4774-8DF9-C761EB037853}" srcId="{E0246362-21D1-4025-A373-DEC7158B06A7}" destId="{68E8AA20-B776-42F7-9614-3F1EF391F35B}" srcOrd="2" destOrd="0" parTransId="{9F7424C1-1482-4624-AB13-0C890EEDAA80}" sibTransId="{E04A234E-97F1-457A-B9A3-E35A250846A8}"/>
    <dgm:cxn modelId="{DFB2B655-3227-4D5C-A417-DAB071E9C6B3}" srcId="{E0246362-21D1-4025-A373-DEC7158B06A7}" destId="{CB30A98F-B27C-4B24-A4AF-E9E04A5DCA56}" srcOrd="1" destOrd="0" parTransId="{E24BAC92-E261-4AE5-B10B-F8BB09F87CF2}" sibTransId="{4BA53D69-9A51-436D-BBA4-B993676709EC}"/>
    <dgm:cxn modelId="{C3D83859-3938-4622-AD5F-6D8254FF6519}" type="presOf" srcId="{CA492552-C778-453C-85EC-2CAFF15963EA}" destId="{6B8651E7-76D1-48DC-ABEC-23FCFA1CC84E}" srcOrd="0" destOrd="0" presId="urn:microsoft.com/office/officeart/2005/8/layout/vProcess5"/>
    <dgm:cxn modelId="{4121EB7A-23E6-4E6B-8C73-17B19844BF54}" type="presOf" srcId="{A4EFD94C-92DA-4800-86B7-927A34DB0472}" destId="{29C0566D-7B3D-4D63-ACAB-F2EAE43B6500}" srcOrd="0" destOrd="0" presId="urn:microsoft.com/office/officeart/2005/8/layout/vProcess5"/>
    <dgm:cxn modelId="{376CBE91-12D1-4D0B-8703-AD9614DC7C01}" srcId="{E0246362-21D1-4025-A373-DEC7158B06A7}" destId="{151C5C6E-82CE-4E8F-B1CA-7DB432612556}" srcOrd="0" destOrd="0" parTransId="{BE557036-2B04-4DA2-BB9E-BA2DAEADDA95}" sibTransId="{A4EFD94C-92DA-4800-86B7-927A34DB0472}"/>
    <dgm:cxn modelId="{C560099B-A5E1-4DCE-B829-75A63337DDF8}" type="presOf" srcId="{68E8AA20-B776-42F7-9614-3F1EF391F35B}" destId="{DC5BE882-9FDB-4BCF-BE7F-974987F4F6E7}" srcOrd="1" destOrd="0" presId="urn:microsoft.com/office/officeart/2005/8/layout/vProcess5"/>
    <dgm:cxn modelId="{AB5DD2AC-5819-4FB6-85AF-FC9EBE31C727}" type="presOf" srcId="{CB30A98F-B27C-4B24-A4AF-E9E04A5DCA56}" destId="{517CEB71-29BC-4CA4-A865-FE5D287EBE6A}" srcOrd="1" destOrd="0" presId="urn:microsoft.com/office/officeart/2005/8/layout/vProcess5"/>
    <dgm:cxn modelId="{6CA3E3D6-872B-4844-AD22-7CD1A3361BF9}" srcId="{E0246362-21D1-4025-A373-DEC7158B06A7}" destId="{CA492552-C778-453C-85EC-2CAFF15963EA}" srcOrd="3" destOrd="0" parTransId="{83E27D23-BBFF-4540-B3E0-2C3F76C4D5ED}" sibTransId="{8F5B27A7-A53E-4013-9D5B-F51F454FA482}"/>
    <dgm:cxn modelId="{7B19C9D7-6F64-4103-AD8B-232040E608C1}" type="presOf" srcId="{68E8AA20-B776-42F7-9614-3F1EF391F35B}" destId="{F9996B50-8185-41A9-AEC0-7AD15D49B905}" srcOrd="0" destOrd="0" presId="urn:microsoft.com/office/officeart/2005/8/layout/vProcess5"/>
    <dgm:cxn modelId="{1C187AE1-14ED-4A35-B25D-6BF4B4622A2F}" type="presOf" srcId="{151C5C6E-82CE-4E8F-B1CA-7DB432612556}" destId="{5C9A5BBE-B92E-4FAE-B7F0-434971983879}" srcOrd="0" destOrd="0" presId="urn:microsoft.com/office/officeart/2005/8/layout/vProcess5"/>
    <dgm:cxn modelId="{022540EA-57B7-4B61-BD99-210411FDACB1}" type="presOf" srcId="{4BA53D69-9A51-436D-BBA4-B993676709EC}" destId="{3DF114D6-EC46-4B9F-AC59-D285D1D502DD}" srcOrd="0" destOrd="0" presId="urn:microsoft.com/office/officeart/2005/8/layout/vProcess5"/>
    <dgm:cxn modelId="{E8773AED-87CE-4316-9BD0-000829C2B45D}" type="presOf" srcId="{E04A234E-97F1-457A-B9A3-E35A250846A8}" destId="{7C4D41A1-676F-4CD8-A9E3-60DDE6BF0395}" srcOrd="0" destOrd="0" presId="urn:microsoft.com/office/officeart/2005/8/layout/vProcess5"/>
    <dgm:cxn modelId="{F9A60AB7-7F43-49CE-9BEC-36200CE5EB3E}" type="presParOf" srcId="{7CC7B2BB-508F-457F-8FEE-4DE6CF220EC4}" destId="{BD4F9B7F-013E-4600-B571-5E4BB4CA2F54}" srcOrd="0" destOrd="0" presId="urn:microsoft.com/office/officeart/2005/8/layout/vProcess5"/>
    <dgm:cxn modelId="{CEDA7D5B-E468-4B1F-9EDC-234E773D646A}" type="presParOf" srcId="{7CC7B2BB-508F-457F-8FEE-4DE6CF220EC4}" destId="{5C9A5BBE-B92E-4FAE-B7F0-434971983879}" srcOrd="1" destOrd="0" presId="urn:microsoft.com/office/officeart/2005/8/layout/vProcess5"/>
    <dgm:cxn modelId="{5D90BC12-EF75-46A2-8649-45FF344AFDF5}" type="presParOf" srcId="{7CC7B2BB-508F-457F-8FEE-4DE6CF220EC4}" destId="{383E75BB-840E-4D48-8674-318200C801A3}" srcOrd="2" destOrd="0" presId="urn:microsoft.com/office/officeart/2005/8/layout/vProcess5"/>
    <dgm:cxn modelId="{6521246C-BA07-4123-8BEA-84FA89240537}" type="presParOf" srcId="{7CC7B2BB-508F-457F-8FEE-4DE6CF220EC4}" destId="{F9996B50-8185-41A9-AEC0-7AD15D49B905}" srcOrd="3" destOrd="0" presId="urn:microsoft.com/office/officeart/2005/8/layout/vProcess5"/>
    <dgm:cxn modelId="{D23C71EC-5291-443B-9FF0-2D710081937F}" type="presParOf" srcId="{7CC7B2BB-508F-457F-8FEE-4DE6CF220EC4}" destId="{6B8651E7-76D1-48DC-ABEC-23FCFA1CC84E}" srcOrd="4" destOrd="0" presId="urn:microsoft.com/office/officeart/2005/8/layout/vProcess5"/>
    <dgm:cxn modelId="{CDD3732B-D67D-463F-8BBF-032F75CE4526}" type="presParOf" srcId="{7CC7B2BB-508F-457F-8FEE-4DE6CF220EC4}" destId="{29C0566D-7B3D-4D63-ACAB-F2EAE43B6500}" srcOrd="5" destOrd="0" presId="urn:microsoft.com/office/officeart/2005/8/layout/vProcess5"/>
    <dgm:cxn modelId="{F3D9FC46-67C0-45BA-92C9-EF198C40B225}" type="presParOf" srcId="{7CC7B2BB-508F-457F-8FEE-4DE6CF220EC4}" destId="{3DF114D6-EC46-4B9F-AC59-D285D1D502DD}" srcOrd="6" destOrd="0" presId="urn:microsoft.com/office/officeart/2005/8/layout/vProcess5"/>
    <dgm:cxn modelId="{703876AC-B743-4385-836C-3DDCAC860334}" type="presParOf" srcId="{7CC7B2BB-508F-457F-8FEE-4DE6CF220EC4}" destId="{7C4D41A1-676F-4CD8-A9E3-60DDE6BF0395}" srcOrd="7" destOrd="0" presId="urn:microsoft.com/office/officeart/2005/8/layout/vProcess5"/>
    <dgm:cxn modelId="{0D589A9C-3D69-4E82-9124-4C46A35C01E6}" type="presParOf" srcId="{7CC7B2BB-508F-457F-8FEE-4DE6CF220EC4}" destId="{729D9138-FA52-45E5-9E6D-4C5B04F64BB5}" srcOrd="8" destOrd="0" presId="urn:microsoft.com/office/officeart/2005/8/layout/vProcess5"/>
    <dgm:cxn modelId="{C1DD1331-BA97-4D89-BE78-C6CB2A123589}" type="presParOf" srcId="{7CC7B2BB-508F-457F-8FEE-4DE6CF220EC4}" destId="{517CEB71-29BC-4CA4-A865-FE5D287EBE6A}" srcOrd="9" destOrd="0" presId="urn:microsoft.com/office/officeart/2005/8/layout/vProcess5"/>
    <dgm:cxn modelId="{78270246-84D8-490B-84FA-A47956A5EE37}" type="presParOf" srcId="{7CC7B2BB-508F-457F-8FEE-4DE6CF220EC4}" destId="{DC5BE882-9FDB-4BCF-BE7F-974987F4F6E7}" srcOrd="10" destOrd="0" presId="urn:microsoft.com/office/officeart/2005/8/layout/vProcess5"/>
    <dgm:cxn modelId="{04F3576D-9FBD-4DC9-B441-4E70E15DACD6}" type="presParOf" srcId="{7CC7B2BB-508F-457F-8FEE-4DE6CF220EC4}" destId="{2A2593BD-2CEC-4927-A8E3-14C048DBBEF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BD340-CB3A-44B2-B81A-582950CB279C}">
      <dsp:nvSpPr>
        <dsp:cNvPr id="0" name=""/>
        <dsp:cNvSpPr/>
      </dsp:nvSpPr>
      <dsp:spPr>
        <a:xfrm>
          <a:off x="276718" y="43630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3B608-B748-42EB-9313-759D9ED5E05A}">
      <dsp:nvSpPr>
        <dsp:cNvPr id="0" name=""/>
        <dsp:cNvSpPr/>
      </dsp:nvSpPr>
      <dsp:spPr>
        <a:xfrm>
          <a:off x="564238" y="331150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BD3CA-0E10-4877-B001-C6C2C4EF6D2F}">
      <dsp:nvSpPr>
        <dsp:cNvPr id="0" name=""/>
        <dsp:cNvSpPr/>
      </dsp:nvSpPr>
      <dsp:spPr>
        <a:xfrm>
          <a:off x="1939251" y="43630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EE programs often teach FPGA, RF, embedded firmware, and ML separately, but industry failures happen at the interfaces.</a:t>
          </a:r>
          <a:endParaRPr lang="en-US" sz="1700" kern="1200"/>
        </a:p>
      </dsp:txBody>
      <dsp:txXfrm>
        <a:off x="1939251" y="43630"/>
        <a:ext cx="3227270" cy="1369144"/>
      </dsp:txXfrm>
    </dsp:sp>
    <dsp:sp modelId="{7456B7B2-FD81-4D91-AB56-7A183DBAB4D8}">
      <dsp:nvSpPr>
        <dsp:cNvPr id="0" name=""/>
        <dsp:cNvSpPr/>
      </dsp:nvSpPr>
      <dsp:spPr>
        <a:xfrm>
          <a:off x="5728848" y="43630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2C69A-BE4C-49D4-8812-F926E9E67C8B}">
      <dsp:nvSpPr>
        <dsp:cNvPr id="0" name=""/>
        <dsp:cNvSpPr/>
      </dsp:nvSpPr>
      <dsp:spPr>
        <a:xfrm>
          <a:off x="6016369" y="331150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D1A13-A9CE-4065-BB11-E8591F565C04}">
      <dsp:nvSpPr>
        <dsp:cNvPr id="0" name=""/>
        <dsp:cNvSpPr/>
      </dsp:nvSpPr>
      <dsp:spPr>
        <a:xfrm>
          <a:off x="7391381" y="43630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Built a low-cost integrated platform: 3x STM32 + RFM95W LoRa nodes, Nexys A7 FPGA ingestion pipeline, host-side ML.</a:t>
          </a:r>
          <a:endParaRPr lang="en-US" sz="1700" kern="1200"/>
        </a:p>
      </dsp:txBody>
      <dsp:txXfrm>
        <a:off x="7391381" y="43630"/>
        <a:ext cx="3227270" cy="1369144"/>
      </dsp:txXfrm>
    </dsp:sp>
    <dsp:sp modelId="{501F7EFA-89B4-4FB0-9C40-E32218537BA9}">
      <dsp:nvSpPr>
        <dsp:cNvPr id="0" name=""/>
        <dsp:cNvSpPr/>
      </dsp:nvSpPr>
      <dsp:spPr>
        <a:xfrm>
          <a:off x="276718" y="1991502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7D679-A23C-4470-8D42-4758FFB29AD3}">
      <dsp:nvSpPr>
        <dsp:cNvPr id="0" name=""/>
        <dsp:cNvSpPr/>
      </dsp:nvSpPr>
      <dsp:spPr>
        <a:xfrm>
          <a:off x="564238" y="2279022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470B9-45F2-4D1B-B87C-48853BA9640A}">
      <dsp:nvSpPr>
        <dsp:cNvPr id="0" name=""/>
        <dsp:cNvSpPr/>
      </dsp:nvSpPr>
      <dsp:spPr>
        <a:xfrm>
          <a:off x="1939251" y="1991502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Curriculum is five modules (M1 to M5) with eight handouts each; Modules 1 to 4 were executed end-to-end on hardware.</a:t>
          </a:r>
          <a:endParaRPr lang="en-US" sz="1700" kern="1200"/>
        </a:p>
      </dsp:txBody>
      <dsp:txXfrm>
        <a:off x="1939251" y="1991502"/>
        <a:ext cx="3227270" cy="1369144"/>
      </dsp:txXfrm>
    </dsp:sp>
    <dsp:sp modelId="{FCC7A79C-D78F-41E7-95F2-209DEFDCB22C}">
      <dsp:nvSpPr>
        <dsp:cNvPr id="0" name=""/>
        <dsp:cNvSpPr/>
      </dsp:nvSpPr>
      <dsp:spPr>
        <a:xfrm>
          <a:off x="5728848" y="1991502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BB094A-802D-4678-976D-1A9C3B8CBCC5}">
      <dsp:nvSpPr>
        <dsp:cNvPr id="0" name=""/>
        <dsp:cNvSpPr/>
      </dsp:nvSpPr>
      <dsp:spPr>
        <a:xfrm>
          <a:off x="6016369" y="2279022"/>
          <a:ext cx="794104" cy="794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3F419-E35A-41A5-B54C-1D811B7CD0BA}">
      <dsp:nvSpPr>
        <dsp:cNvPr id="0" name=""/>
        <dsp:cNvSpPr/>
      </dsp:nvSpPr>
      <dsp:spPr>
        <a:xfrm>
          <a:off x="7391381" y="1991502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Interceptor node adds button-gated PAUSE protocol for closed-loop intercept-and-act behavior on the same legal ISM channel.</a:t>
          </a:r>
          <a:endParaRPr lang="en-US" sz="1700" kern="1200"/>
        </a:p>
      </dsp:txBody>
      <dsp:txXfrm>
        <a:off x="7391381" y="1991502"/>
        <a:ext cx="3227270" cy="1369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682D1-356D-4795-8A86-B37E217DC470}">
      <dsp:nvSpPr>
        <dsp:cNvPr id="0" name=""/>
        <dsp:cNvSpPr/>
      </dsp:nvSpPr>
      <dsp:spPr>
        <a:xfrm>
          <a:off x="0" y="69839"/>
          <a:ext cx="6496050" cy="106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FPGA pipeline closed timing at 100 MHz; 105,975/105,975 setup+hold endpoints met, 0 CDC violations.</a:t>
          </a:r>
          <a:endParaRPr lang="en-US" sz="1900" kern="1200"/>
        </a:p>
      </dsp:txBody>
      <dsp:txXfrm>
        <a:off x="52089" y="121928"/>
        <a:ext cx="6391872" cy="962862"/>
      </dsp:txXfrm>
    </dsp:sp>
    <dsp:sp modelId="{5F59B9D0-F57C-4FDD-8088-35242E1CD9A5}">
      <dsp:nvSpPr>
        <dsp:cNvPr id="0" name=""/>
        <dsp:cNvSpPr/>
      </dsp:nvSpPr>
      <dsp:spPr>
        <a:xfrm>
          <a:off x="0" y="1191599"/>
          <a:ext cx="6496050" cy="1067040"/>
        </a:xfrm>
        <a:prstGeom prst="roundRect">
          <a:avLst/>
        </a:prstGeom>
        <a:gradFill rotWithShape="0">
          <a:gsLst>
            <a:gs pos="0">
              <a:schemeClr val="accent2">
                <a:hueOff val="451605"/>
                <a:satOff val="-2211"/>
                <a:lumOff val="1242"/>
                <a:alphaOff val="0"/>
                <a:tint val="98000"/>
                <a:lumMod val="114000"/>
              </a:schemeClr>
            </a:gs>
            <a:gs pos="100000">
              <a:schemeClr val="accent2">
                <a:hueOff val="451605"/>
                <a:satOff val="-2211"/>
                <a:lumOff val="124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Verification: 10/10 testbenches PASS, including byte-for-byte agreement vs Python reference on clean, mixed, and corrupted captures.</a:t>
          </a:r>
          <a:endParaRPr lang="en-US" sz="1900" kern="1200" dirty="0"/>
        </a:p>
      </dsp:txBody>
      <dsp:txXfrm>
        <a:off x="52089" y="1243688"/>
        <a:ext cx="6391872" cy="962862"/>
      </dsp:txXfrm>
    </dsp:sp>
    <dsp:sp modelId="{472596FA-7851-427C-9188-283100E7AD49}">
      <dsp:nvSpPr>
        <dsp:cNvPr id="0" name=""/>
        <dsp:cNvSpPr/>
      </dsp:nvSpPr>
      <dsp:spPr>
        <a:xfrm>
          <a:off x="0" y="2313359"/>
          <a:ext cx="6496050" cy="1067040"/>
        </a:xfrm>
        <a:prstGeom prst="roundRect">
          <a:avLst/>
        </a:prstGeom>
        <a:gradFill rotWithShape="0">
          <a:gsLst>
            <a:gs pos="0">
              <a:schemeClr val="accent2">
                <a:hueOff val="903209"/>
                <a:satOff val="-4421"/>
                <a:lumOff val="2483"/>
                <a:alphaOff val="0"/>
                <a:tint val="98000"/>
                <a:lumMod val="114000"/>
              </a:schemeClr>
            </a:gs>
            <a:gs pos="100000">
              <a:schemeClr val="accent2">
                <a:hueOff val="903209"/>
                <a:satOff val="-4421"/>
                <a:lumOff val="248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Dataset: 2,197 labeled rows from C1 (TX power), C2 (SF7 to SF10), and C5 (active stations), with 9-check audit PASS.</a:t>
          </a:r>
          <a:endParaRPr lang="en-US" sz="1900" kern="1200"/>
        </a:p>
      </dsp:txBody>
      <dsp:txXfrm>
        <a:off x="52089" y="2365448"/>
        <a:ext cx="6391872" cy="962862"/>
      </dsp:txXfrm>
    </dsp:sp>
    <dsp:sp modelId="{AD28FF94-8840-4945-A7C1-14A05867DD87}">
      <dsp:nvSpPr>
        <dsp:cNvPr id="0" name=""/>
        <dsp:cNvSpPr/>
      </dsp:nvSpPr>
      <dsp:spPr>
        <a:xfrm>
          <a:off x="0" y="3435120"/>
          <a:ext cx="6496050" cy="106704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ML: 1-D CNN achieved 0.985 SF-task accuracy; live deployment classified 362 frames at 2.00 fps with 1.6 ms p99 host latency.</a:t>
          </a:r>
          <a:endParaRPr lang="en-US" sz="1900" kern="1200"/>
        </a:p>
      </dsp:txBody>
      <dsp:txXfrm>
        <a:off x="52089" y="3487209"/>
        <a:ext cx="6391872" cy="962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92602-C7C2-465B-9A0A-41FED079A305}">
      <dsp:nvSpPr>
        <dsp:cNvPr id="0" name=""/>
        <dsp:cNvSpPr/>
      </dsp:nvSpPr>
      <dsp:spPr>
        <a:xfrm>
          <a:off x="850069" y="2232"/>
          <a:ext cx="2283767" cy="13702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Missing NVIC interrupt enable in M1 firmware caused 100% drop rate symptom at M2 FPGA ingestion.</a:t>
          </a:r>
          <a:endParaRPr lang="en-US" sz="1400" kern="1200"/>
        </a:p>
      </dsp:txBody>
      <dsp:txXfrm>
        <a:off x="850069" y="2232"/>
        <a:ext cx="2283767" cy="1370260"/>
      </dsp:txXfrm>
    </dsp:sp>
    <dsp:sp modelId="{E7DA62F3-E562-4A6A-831A-C74050E10A55}">
      <dsp:nvSpPr>
        <dsp:cNvPr id="0" name=""/>
        <dsp:cNvSpPr/>
      </dsp:nvSpPr>
      <dsp:spPr>
        <a:xfrm>
          <a:off x="3362213" y="2232"/>
          <a:ext cx="2283767" cy="13702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Synchronous reset clause in M2 BRAM inference synthesized as 65k flip-flops instead of block RAM.</a:t>
          </a:r>
          <a:endParaRPr lang="en-US" sz="1400" kern="1200"/>
        </a:p>
      </dsp:txBody>
      <dsp:txXfrm>
        <a:off x="3362213" y="2232"/>
        <a:ext cx="2283767" cy="1370260"/>
      </dsp:txXfrm>
    </dsp:sp>
    <dsp:sp modelId="{9928AD0F-A0F7-4BCA-92E9-8C70574AF465}">
      <dsp:nvSpPr>
        <dsp:cNvPr id="0" name=""/>
        <dsp:cNvSpPr/>
      </dsp:nvSpPr>
      <dsp:spPr>
        <a:xfrm>
          <a:off x="850069" y="1600869"/>
          <a:ext cx="2283767" cy="13702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Missing SX1276 </a:t>
          </a:r>
          <a:r>
            <a:rPr lang="en-US" sz="1400" b="0" i="0" kern="1200" dirty="0" err="1"/>
            <a:t>RegPaDac</a:t>
          </a:r>
          <a:r>
            <a:rPr lang="en-US" sz="1400" b="0" i="0" kern="1200" dirty="0"/>
            <a:t> write in M1 broke +20 dBm link-budget monotonicity observed in M3 validation.</a:t>
          </a:r>
          <a:endParaRPr lang="en-US" sz="1400" kern="1200" dirty="0"/>
        </a:p>
      </dsp:txBody>
      <dsp:txXfrm>
        <a:off x="850069" y="1600869"/>
        <a:ext cx="2283767" cy="1370260"/>
      </dsp:txXfrm>
    </dsp:sp>
    <dsp:sp modelId="{367137F4-E7E3-4BC0-BE24-946AE0B8D470}">
      <dsp:nvSpPr>
        <dsp:cNvPr id="0" name=""/>
        <dsp:cNvSpPr/>
      </dsp:nvSpPr>
      <dsp:spPr>
        <a:xfrm>
          <a:off x="3362213" y="1600869"/>
          <a:ext cx="2283767" cy="13702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Session-confounded freq_error feature in M3 produced leakage and falsely perfect M4 test performance.</a:t>
          </a:r>
          <a:endParaRPr lang="en-US" sz="1400" kern="1200"/>
        </a:p>
      </dsp:txBody>
      <dsp:txXfrm>
        <a:off x="3362213" y="1600869"/>
        <a:ext cx="2283767" cy="1370260"/>
      </dsp:txXfrm>
    </dsp:sp>
    <dsp:sp modelId="{4D31C4CD-FADD-454A-BE27-581A45A4612B}">
      <dsp:nvSpPr>
        <dsp:cNvPr id="0" name=""/>
        <dsp:cNvSpPr/>
      </dsp:nvSpPr>
      <dsp:spPr>
        <a:xfrm>
          <a:off x="2106141" y="3199507"/>
          <a:ext cx="2283767" cy="13702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Each fault originated in one module and surfaced in another, directly exercising cross-domain debugging skills.</a:t>
          </a:r>
          <a:endParaRPr lang="en-US" sz="1400" kern="1200"/>
        </a:p>
      </dsp:txBody>
      <dsp:txXfrm>
        <a:off x="2106141" y="3199507"/>
        <a:ext cx="2283767" cy="1370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A5BBE-B92E-4FAE-B7F0-434971983879}">
      <dsp:nvSpPr>
        <dsp:cNvPr id="0" name=""/>
        <dsp:cNvSpPr/>
      </dsp:nvSpPr>
      <dsp:spPr>
        <a:xfrm>
          <a:off x="0" y="0"/>
          <a:ext cx="7523481" cy="8902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Delivered a 5-module integrated curriculum; Modules 1 to 4 were executed on real hardware with reproducible logs.</a:t>
          </a:r>
          <a:endParaRPr lang="en-US" sz="1600" kern="1200"/>
        </a:p>
      </dsp:txBody>
      <dsp:txXfrm>
        <a:off x="26075" y="26075"/>
        <a:ext cx="6487577" cy="838125"/>
      </dsp:txXfrm>
    </dsp:sp>
    <dsp:sp modelId="{383E75BB-840E-4D48-8674-318200C801A3}">
      <dsp:nvSpPr>
        <dsp:cNvPr id="0" name=""/>
        <dsp:cNvSpPr/>
      </dsp:nvSpPr>
      <dsp:spPr>
        <a:xfrm>
          <a:off x="630091" y="1052143"/>
          <a:ext cx="7523481" cy="890275"/>
        </a:xfrm>
        <a:prstGeom prst="roundRect">
          <a:avLst>
            <a:gd name="adj" fmla="val 10000"/>
          </a:avLst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Demonstrated live three-task classification pipeline at 2 fps and 1.6 ms p99 inference latency.</a:t>
          </a:r>
          <a:endParaRPr lang="en-US" sz="1600" kern="1200"/>
        </a:p>
      </dsp:txBody>
      <dsp:txXfrm>
        <a:off x="656166" y="1078218"/>
        <a:ext cx="6262561" cy="838125"/>
      </dsp:txXfrm>
    </dsp:sp>
    <dsp:sp modelId="{F9996B50-8185-41A9-AEC0-7AD15D49B905}">
      <dsp:nvSpPr>
        <dsp:cNvPr id="0" name=""/>
        <dsp:cNvSpPr/>
      </dsp:nvSpPr>
      <dsp:spPr>
        <a:xfrm>
          <a:off x="1250778" y="2104287"/>
          <a:ext cx="7523481" cy="890275"/>
        </a:xfrm>
        <a:prstGeom prst="roundRect">
          <a:avLst>
            <a:gd name="adj" fmla="val 10000"/>
          </a:avLst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Documented four cross-domain faults as evidence that integration reasoning is teachable and measurable.</a:t>
          </a:r>
          <a:endParaRPr lang="en-US" sz="1600" kern="1200"/>
        </a:p>
      </dsp:txBody>
      <dsp:txXfrm>
        <a:off x="1276853" y="2130362"/>
        <a:ext cx="6271965" cy="838125"/>
      </dsp:txXfrm>
    </dsp:sp>
    <dsp:sp modelId="{6B8651E7-76D1-48DC-ABEC-23FCFA1CC84E}">
      <dsp:nvSpPr>
        <dsp:cNvPr id="0" name=""/>
        <dsp:cNvSpPr/>
      </dsp:nvSpPr>
      <dsp:spPr>
        <a:xfrm>
          <a:off x="1880870" y="3156430"/>
          <a:ext cx="7523481" cy="890275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Next: run full Module 5 cohort validation, recollect deferred C4 distance campaign, and expand optional C3 modulation classes.</a:t>
          </a:r>
          <a:endParaRPr lang="en-US" sz="1600" kern="1200"/>
        </a:p>
      </dsp:txBody>
      <dsp:txXfrm>
        <a:off x="1906945" y="3182505"/>
        <a:ext cx="6262561" cy="838125"/>
      </dsp:txXfrm>
    </dsp:sp>
    <dsp:sp modelId="{29C0566D-7B3D-4D63-ACAB-F2EAE43B6500}">
      <dsp:nvSpPr>
        <dsp:cNvPr id="0" name=""/>
        <dsp:cNvSpPr/>
      </dsp:nvSpPr>
      <dsp:spPr>
        <a:xfrm>
          <a:off x="6944802" y="681869"/>
          <a:ext cx="578678" cy="578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075005" y="681869"/>
        <a:ext cx="318272" cy="435455"/>
      </dsp:txXfrm>
    </dsp:sp>
    <dsp:sp modelId="{3DF114D6-EC46-4B9F-AC59-D285D1D502DD}">
      <dsp:nvSpPr>
        <dsp:cNvPr id="0" name=""/>
        <dsp:cNvSpPr/>
      </dsp:nvSpPr>
      <dsp:spPr>
        <a:xfrm>
          <a:off x="7574894" y="1734013"/>
          <a:ext cx="578678" cy="578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14885"/>
            <a:satOff val="-2356"/>
            <a:lumOff val="-5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814885"/>
              <a:satOff val="-2356"/>
              <a:lumOff val="-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705097" y="1734013"/>
        <a:ext cx="318272" cy="435455"/>
      </dsp:txXfrm>
    </dsp:sp>
    <dsp:sp modelId="{7C4D41A1-676F-4CD8-A9E3-60DDE6BF0395}">
      <dsp:nvSpPr>
        <dsp:cNvPr id="0" name=""/>
        <dsp:cNvSpPr/>
      </dsp:nvSpPr>
      <dsp:spPr>
        <a:xfrm>
          <a:off x="8195581" y="2786157"/>
          <a:ext cx="578678" cy="578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325784" y="2786157"/>
        <a:ext cx="318272" cy="4354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1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9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0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0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7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5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1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29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4802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50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78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50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44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4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F56E4E6-F0C3-4A18-BAB9-A9CBC8EF5B8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84E15-BB6C-4C17-9BE8-65DBEA66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73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335D-3622-D503-E9F8-6F7A6CF13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An Educational Framework for AI-Driven RF Signal Processing on FPGA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9A89F-CBB0-ECA2-4292-6AB9F2288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Jude Eschete | Advisor: Dr. Bernard Yett | EE800</a:t>
            </a:r>
          </a:p>
        </p:txBody>
      </p:sp>
    </p:spTree>
    <p:extLst>
      <p:ext uri="{BB962C8B-B14F-4D97-AF65-F5344CB8AC3E}">
        <p14:creationId xmlns:p14="http://schemas.microsoft.com/office/powerpoint/2010/main" val="992711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8AEB8-5D25-B23E-5DD8-14781242A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Problem and Solution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B14375-31C7-A499-97D7-1B3BCD959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59711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822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8653C-76A9-2293-FFAA-E8EAF902C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Key Results (Measured on Hardware)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E967362-2A34-6A7C-73D0-1F4944683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49045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4056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45A37-5BDF-3212-2A62-AC209BAB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2F2F2"/>
                </a:solidFill>
              </a:rPr>
              <a:t>Cross-Domain Integration Faults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3A2CAA-1392-137D-4921-C0B5F91A21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204727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009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0406-5E4D-D139-764B-B11217D5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t>Conclusion and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2BB9BD-0D88-66CE-05CD-EF8F97F90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429270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9889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355</TotalTime>
  <Words>371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An Educational Framework for AI-Driven RF Signal Processing on FPGA</vt:lpstr>
      <vt:lpstr>Problem and Solution Overview</vt:lpstr>
      <vt:lpstr>Key Results (Measured on Hardware)</vt:lpstr>
      <vt:lpstr>Cross-Domain Integration Faults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Jude Eschete</dc:creator>
  <cp:lastModifiedBy>Jude Eschete</cp:lastModifiedBy>
  <cp:revision>2</cp:revision>
  <dcterms:created xsi:type="dcterms:W3CDTF">2026-05-04T20:32:48Z</dcterms:created>
  <dcterms:modified xsi:type="dcterms:W3CDTF">2026-05-05T02:32:08Z</dcterms:modified>
</cp:coreProperties>
</file>